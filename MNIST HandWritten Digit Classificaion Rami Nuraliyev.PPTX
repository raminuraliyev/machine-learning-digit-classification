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72" r:id="rId1"/>
  </p:sldMasterIdLst>
  <p:notesMasterIdLst>
    <p:notesMasterId r:id="rId3"/>
  </p:notesMasterIdLst>
  <p:sldIdLst>
    <p:sldId id="256" r:id="rId2"/>
  </p:sldIdLst>
  <p:sldSz cx="32918400" cy="38404800"/>
  <p:notesSz cx="9601200" cy="7315200"/>
  <p:defaultTextStyle>
    <a:defPPr>
      <a:defRPr lang="en-US"/>
    </a:defPPr>
    <a:lvl1pPr algn="l" rtl="0" eaLnBrk="0" fontAlgn="base" hangingPunct="0">
      <a:spcBef>
        <a:spcPct val="0"/>
      </a:spcBef>
      <a:spcAft>
        <a:spcPct val="0"/>
      </a:spcAft>
      <a:defRPr sz="2200" kern="1200">
        <a:solidFill>
          <a:schemeClr val="tx1"/>
        </a:solidFill>
        <a:latin typeface="Times" pitchFamily="18" charset="0"/>
        <a:ea typeface="+mn-ea"/>
        <a:cs typeface="+mn-cs"/>
      </a:defRPr>
    </a:lvl1pPr>
    <a:lvl2pPr marL="456951" algn="l" rtl="0" eaLnBrk="0" fontAlgn="base" hangingPunct="0">
      <a:spcBef>
        <a:spcPct val="0"/>
      </a:spcBef>
      <a:spcAft>
        <a:spcPct val="0"/>
      </a:spcAft>
      <a:defRPr sz="2200" kern="1200">
        <a:solidFill>
          <a:schemeClr val="tx1"/>
        </a:solidFill>
        <a:latin typeface="Times" pitchFamily="18" charset="0"/>
        <a:ea typeface="+mn-ea"/>
        <a:cs typeface="+mn-cs"/>
      </a:defRPr>
    </a:lvl2pPr>
    <a:lvl3pPr marL="913902" algn="l" rtl="0" eaLnBrk="0" fontAlgn="base" hangingPunct="0">
      <a:spcBef>
        <a:spcPct val="0"/>
      </a:spcBef>
      <a:spcAft>
        <a:spcPct val="0"/>
      </a:spcAft>
      <a:defRPr sz="2200" kern="1200">
        <a:solidFill>
          <a:schemeClr val="tx1"/>
        </a:solidFill>
        <a:latin typeface="Times" pitchFamily="18" charset="0"/>
        <a:ea typeface="+mn-ea"/>
        <a:cs typeface="+mn-cs"/>
      </a:defRPr>
    </a:lvl3pPr>
    <a:lvl4pPr marL="1370852" algn="l" rtl="0" eaLnBrk="0" fontAlgn="base" hangingPunct="0">
      <a:spcBef>
        <a:spcPct val="0"/>
      </a:spcBef>
      <a:spcAft>
        <a:spcPct val="0"/>
      </a:spcAft>
      <a:defRPr sz="2200" kern="1200">
        <a:solidFill>
          <a:schemeClr val="tx1"/>
        </a:solidFill>
        <a:latin typeface="Times" pitchFamily="18" charset="0"/>
        <a:ea typeface="+mn-ea"/>
        <a:cs typeface="+mn-cs"/>
      </a:defRPr>
    </a:lvl4pPr>
    <a:lvl5pPr marL="1827803" algn="l" rtl="0" eaLnBrk="0" fontAlgn="base" hangingPunct="0">
      <a:spcBef>
        <a:spcPct val="0"/>
      </a:spcBef>
      <a:spcAft>
        <a:spcPct val="0"/>
      </a:spcAft>
      <a:defRPr sz="2200" kern="1200">
        <a:solidFill>
          <a:schemeClr val="tx1"/>
        </a:solidFill>
        <a:latin typeface="Times" pitchFamily="18" charset="0"/>
        <a:ea typeface="+mn-ea"/>
        <a:cs typeface="+mn-cs"/>
      </a:defRPr>
    </a:lvl5pPr>
    <a:lvl6pPr marL="2284754" algn="r" defTabSz="913902" rtl="1" eaLnBrk="1" latinLnBrk="0" hangingPunct="1">
      <a:defRPr sz="2200" kern="1200">
        <a:solidFill>
          <a:schemeClr val="tx1"/>
        </a:solidFill>
        <a:latin typeface="Times" pitchFamily="18" charset="0"/>
        <a:ea typeface="+mn-ea"/>
        <a:cs typeface="+mn-cs"/>
      </a:defRPr>
    </a:lvl6pPr>
    <a:lvl7pPr marL="2741705" algn="r" defTabSz="913902" rtl="1" eaLnBrk="1" latinLnBrk="0" hangingPunct="1">
      <a:defRPr sz="2200" kern="1200">
        <a:solidFill>
          <a:schemeClr val="tx1"/>
        </a:solidFill>
        <a:latin typeface="Times" pitchFamily="18" charset="0"/>
        <a:ea typeface="+mn-ea"/>
        <a:cs typeface="+mn-cs"/>
      </a:defRPr>
    </a:lvl7pPr>
    <a:lvl8pPr marL="3198656" algn="r" defTabSz="913902" rtl="1" eaLnBrk="1" latinLnBrk="0" hangingPunct="1">
      <a:defRPr sz="2200" kern="1200">
        <a:solidFill>
          <a:schemeClr val="tx1"/>
        </a:solidFill>
        <a:latin typeface="Times" pitchFamily="18" charset="0"/>
        <a:ea typeface="+mn-ea"/>
        <a:cs typeface="+mn-cs"/>
      </a:defRPr>
    </a:lvl8pPr>
    <a:lvl9pPr marL="3655611" algn="r" defTabSz="913902" rtl="1" eaLnBrk="1" latinLnBrk="0" hangingPunct="1">
      <a:defRPr sz="2200" kern="1200">
        <a:solidFill>
          <a:schemeClr val="tx1"/>
        </a:solidFill>
        <a:latin typeface="Times"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00"/>
    <a:srgbClr val="FFECD1"/>
    <a:srgbClr val="FFE6C1"/>
    <a:srgbClr val="FEE4CE"/>
    <a:srgbClr val="EBFFFA"/>
    <a:srgbClr val="000000"/>
    <a:srgbClr val="FFFF66"/>
    <a:srgbClr val="580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294" autoAdjust="0"/>
    <p:restoredTop sz="99655" autoAdjust="0"/>
  </p:normalViewPr>
  <p:slideViewPr>
    <p:cSldViewPr>
      <p:cViewPr varScale="1">
        <p:scale>
          <a:sx n="15" d="100"/>
          <a:sy n="15" d="100"/>
        </p:scale>
        <p:origin x="-2813" y="-163"/>
      </p:cViewPr>
      <p:guideLst>
        <p:guide orient="horz" pos="12096"/>
        <p:guide pos="103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5440363" y="0"/>
            <a:ext cx="4160837" cy="365125"/>
          </a:xfrm>
          <a:prstGeom prst="rect">
            <a:avLst/>
          </a:prstGeom>
        </p:spPr>
        <p:txBody>
          <a:bodyPr vert="horz" lIns="91440" tIns="45720" rIns="91440" bIns="45720" rtlCol="1"/>
          <a:lstStyle>
            <a:lvl1pPr algn="r">
              <a:defRPr sz="1200"/>
            </a:lvl1pPr>
          </a:lstStyle>
          <a:p>
            <a:pPr>
              <a:defRPr/>
            </a:pPr>
            <a:endParaRPr lang="he-IL"/>
          </a:p>
        </p:txBody>
      </p:sp>
      <p:sp>
        <p:nvSpPr>
          <p:cNvPr id="3" name="מציין מיקום של תאריך 2"/>
          <p:cNvSpPr>
            <a:spLocks noGrp="1"/>
          </p:cNvSpPr>
          <p:nvPr>
            <p:ph type="dt" idx="1"/>
          </p:nvPr>
        </p:nvSpPr>
        <p:spPr>
          <a:xfrm>
            <a:off x="1588" y="0"/>
            <a:ext cx="4160837" cy="365125"/>
          </a:xfrm>
          <a:prstGeom prst="rect">
            <a:avLst/>
          </a:prstGeom>
        </p:spPr>
        <p:txBody>
          <a:bodyPr vert="horz" lIns="91440" tIns="45720" rIns="91440" bIns="45720" rtlCol="1"/>
          <a:lstStyle>
            <a:lvl1pPr algn="l">
              <a:defRPr sz="1200"/>
            </a:lvl1pPr>
          </a:lstStyle>
          <a:p>
            <a:pPr>
              <a:defRPr/>
            </a:pPr>
            <a:fld id="{FFD718A6-9CBF-47D4-8032-CEE61DA2DCA7}" type="datetimeFigureOut">
              <a:rPr lang="he-IL"/>
              <a:pPr>
                <a:defRPr/>
              </a:pPr>
              <a:t>כ"ח/אדר א/תשע"ט</a:t>
            </a:fld>
            <a:endParaRPr lang="he-IL"/>
          </a:p>
        </p:txBody>
      </p:sp>
      <p:sp>
        <p:nvSpPr>
          <p:cNvPr id="4" name="מציין מיקום של תמונת שקופית 3"/>
          <p:cNvSpPr>
            <a:spLocks noGrp="1" noRot="1" noChangeAspect="1"/>
          </p:cNvSpPr>
          <p:nvPr>
            <p:ph type="sldImg" idx="2"/>
          </p:nvPr>
        </p:nvSpPr>
        <p:spPr>
          <a:xfrm>
            <a:off x="3624263" y="549275"/>
            <a:ext cx="2352675" cy="2743200"/>
          </a:xfrm>
          <a:prstGeom prst="rect">
            <a:avLst/>
          </a:prstGeom>
          <a:noFill/>
          <a:ln w="12700">
            <a:solidFill>
              <a:prstClr val="black"/>
            </a:solidFill>
          </a:ln>
        </p:spPr>
        <p:txBody>
          <a:bodyPr vert="horz" lIns="91440" tIns="45720" rIns="91440" bIns="45720" rtlCol="1" anchor="ctr"/>
          <a:lstStyle/>
          <a:p>
            <a:pPr lvl="0"/>
            <a:endParaRPr lang="he-IL" noProof="0" smtClean="0"/>
          </a:p>
        </p:txBody>
      </p:sp>
      <p:sp>
        <p:nvSpPr>
          <p:cNvPr id="5" name="מציין מיקום של הערות 4"/>
          <p:cNvSpPr>
            <a:spLocks noGrp="1"/>
          </p:cNvSpPr>
          <p:nvPr>
            <p:ph type="body" sz="quarter" idx="3"/>
          </p:nvPr>
        </p:nvSpPr>
        <p:spPr>
          <a:xfrm>
            <a:off x="960438" y="3475038"/>
            <a:ext cx="7680325" cy="3290887"/>
          </a:xfrm>
          <a:prstGeom prst="rect">
            <a:avLst/>
          </a:prstGeom>
        </p:spPr>
        <p:txBody>
          <a:bodyPr vert="horz" wrap="square" lIns="91440" tIns="45720" rIns="91440" bIns="45720" numCol="1" anchor="t" anchorCtr="0" compatLnSpc="1">
            <a:prstTxWarp prst="textNoShape">
              <a:avLst/>
            </a:prstTxWarp>
          </a:bodyPr>
          <a:lstStyle/>
          <a:p>
            <a:pPr lvl="0"/>
            <a:r>
              <a:rPr lang="he-IL" altLang="en-US" noProof="0" smtClean="0"/>
              <a:t>לחץ כדי לערוך סגנונות טקסט של תבנית בסיס</a:t>
            </a:r>
          </a:p>
          <a:p>
            <a:pPr lvl="1"/>
            <a:r>
              <a:rPr lang="he-IL" altLang="en-US" noProof="0" smtClean="0"/>
              <a:t>רמה שנייה</a:t>
            </a:r>
          </a:p>
          <a:p>
            <a:pPr lvl="2"/>
            <a:r>
              <a:rPr lang="he-IL" altLang="en-US" noProof="0" smtClean="0"/>
              <a:t>רמה שלישית</a:t>
            </a:r>
          </a:p>
          <a:p>
            <a:pPr lvl="3"/>
            <a:r>
              <a:rPr lang="he-IL" altLang="en-US" noProof="0" smtClean="0"/>
              <a:t>רמה רביעית</a:t>
            </a:r>
          </a:p>
          <a:p>
            <a:pPr lvl="4"/>
            <a:r>
              <a:rPr lang="he-IL" altLang="en-US" noProof="0" smtClean="0"/>
              <a:t>רמה חמישית</a:t>
            </a:r>
          </a:p>
        </p:txBody>
      </p:sp>
      <p:sp>
        <p:nvSpPr>
          <p:cNvPr id="6" name="מציין מיקום של כותרת תחתונה 5"/>
          <p:cNvSpPr>
            <a:spLocks noGrp="1"/>
          </p:cNvSpPr>
          <p:nvPr>
            <p:ph type="ftr" sz="quarter" idx="4"/>
          </p:nvPr>
        </p:nvSpPr>
        <p:spPr>
          <a:xfrm>
            <a:off x="5440363" y="6948488"/>
            <a:ext cx="4160837" cy="365125"/>
          </a:xfrm>
          <a:prstGeom prst="rect">
            <a:avLst/>
          </a:prstGeom>
        </p:spPr>
        <p:txBody>
          <a:bodyPr vert="horz" lIns="91440" tIns="45720" rIns="91440" bIns="45720" rtlCol="1" anchor="b"/>
          <a:lstStyle>
            <a:lvl1pPr algn="r">
              <a:defRPr sz="1200"/>
            </a:lvl1pPr>
          </a:lstStyle>
          <a:p>
            <a:pPr>
              <a:defRPr/>
            </a:pPr>
            <a:endParaRPr lang="he-IL"/>
          </a:p>
        </p:txBody>
      </p:sp>
      <p:sp>
        <p:nvSpPr>
          <p:cNvPr id="7" name="מציין מיקום של מספר שקופית 6"/>
          <p:cNvSpPr>
            <a:spLocks noGrp="1"/>
          </p:cNvSpPr>
          <p:nvPr>
            <p:ph type="sldNum" sz="quarter" idx="5"/>
          </p:nvPr>
        </p:nvSpPr>
        <p:spPr>
          <a:xfrm>
            <a:off x="1588" y="6948488"/>
            <a:ext cx="4160837" cy="365125"/>
          </a:xfrm>
          <a:prstGeom prst="rect">
            <a:avLst/>
          </a:prstGeom>
        </p:spPr>
        <p:txBody>
          <a:bodyPr vert="horz" lIns="91440" tIns="45720" rIns="91440" bIns="45720" rtlCol="1" anchor="b"/>
          <a:lstStyle>
            <a:lvl1pPr algn="l">
              <a:defRPr sz="1200"/>
            </a:lvl1pPr>
          </a:lstStyle>
          <a:p>
            <a:pPr>
              <a:defRPr/>
            </a:pPr>
            <a:fld id="{232CB7AC-1C6A-4F8F-9668-CFB403BE41C1}" type="slidenum">
              <a:rPr lang="he-IL"/>
              <a:pPr>
                <a:defRPr/>
              </a:pPr>
              <a:t>‹#›</a:t>
            </a:fld>
            <a:endParaRPr lang="he-IL"/>
          </a:p>
        </p:txBody>
      </p:sp>
    </p:spTree>
    <p:extLst>
      <p:ext uri="{BB962C8B-B14F-4D97-AF65-F5344CB8AC3E}">
        <p14:creationId xmlns:p14="http://schemas.microsoft.com/office/powerpoint/2010/main" val="525341180"/>
      </p:ext>
    </p:extLst>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300" kern="1200">
        <a:solidFill>
          <a:schemeClr val="tx1"/>
        </a:solidFill>
        <a:latin typeface="+mn-lt"/>
        <a:ea typeface="+mn-ea"/>
        <a:cs typeface="Arial" charset="0"/>
      </a:defRPr>
    </a:lvl1pPr>
    <a:lvl2pPr marL="456951" algn="r" rtl="1" eaLnBrk="0" fontAlgn="base" hangingPunct="0">
      <a:spcBef>
        <a:spcPct val="30000"/>
      </a:spcBef>
      <a:spcAft>
        <a:spcPct val="0"/>
      </a:spcAft>
      <a:defRPr sz="1300" kern="1200">
        <a:solidFill>
          <a:schemeClr val="tx1"/>
        </a:solidFill>
        <a:latin typeface="+mn-lt"/>
        <a:ea typeface="+mn-ea"/>
        <a:cs typeface="Arial" charset="0"/>
      </a:defRPr>
    </a:lvl2pPr>
    <a:lvl3pPr marL="913902" algn="r" rtl="1" eaLnBrk="0" fontAlgn="base" hangingPunct="0">
      <a:spcBef>
        <a:spcPct val="30000"/>
      </a:spcBef>
      <a:spcAft>
        <a:spcPct val="0"/>
      </a:spcAft>
      <a:defRPr sz="1300" kern="1200">
        <a:solidFill>
          <a:schemeClr val="tx1"/>
        </a:solidFill>
        <a:latin typeface="+mn-lt"/>
        <a:ea typeface="+mn-ea"/>
        <a:cs typeface="Arial" charset="0"/>
      </a:defRPr>
    </a:lvl3pPr>
    <a:lvl4pPr marL="1370852" algn="r" rtl="1" eaLnBrk="0" fontAlgn="base" hangingPunct="0">
      <a:spcBef>
        <a:spcPct val="30000"/>
      </a:spcBef>
      <a:spcAft>
        <a:spcPct val="0"/>
      </a:spcAft>
      <a:defRPr sz="1300" kern="1200">
        <a:solidFill>
          <a:schemeClr val="tx1"/>
        </a:solidFill>
        <a:latin typeface="+mn-lt"/>
        <a:ea typeface="+mn-ea"/>
        <a:cs typeface="Arial" charset="0"/>
      </a:defRPr>
    </a:lvl4pPr>
    <a:lvl5pPr marL="1827803" algn="r" rtl="1" eaLnBrk="0" fontAlgn="base" hangingPunct="0">
      <a:spcBef>
        <a:spcPct val="30000"/>
      </a:spcBef>
      <a:spcAft>
        <a:spcPct val="0"/>
      </a:spcAft>
      <a:defRPr sz="1300" kern="1200">
        <a:solidFill>
          <a:schemeClr val="tx1"/>
        </a:solidFill>
        <a:latin typeface="+mn-lt"/>
        <a:ea typeface="+mn-ea"/>
        <a:cs typeface="Arial" charset="0"/>
      </a:defRPr>
    </a:lvl5pPr>
    <a:lvl6pPr marL="2284754" algn="r" defTabSz="913902" rtl="1" eaLnBrk="1" latinLnBrk="0" hangingPunct="1">
      <a:defRPr sz="1300" kern="1200">
        <a:solidFill>
          <a:schemeClr val="tx1"/>
        </a:solidFill>
        <a:latin typeface="+mn-lt"/>
        <a:ea typeface="+mn-ea"/>
        <a:cs typeface="+mn-cs"/>
      </a:defRPr>
    </a:lvl6pPr>
    <a:lvl7pPr marL="2741705" algn="r" defTabSz="913902" rtl="1" eaLnBrk="1" latinLnBrk="0" hangingPunct="1">
      <a:defRPr sz="1300" kern="1200">
        <a:solidFill>
          <a:schemeClr val="tx1"/>
        </a:solidFill>
        <a:latin typeface="+mn-lt"/>
        <a:ea typeface="+mn-ea"/>
        <a:cs typeface="+mn-cs"/>
      </a:defRPr>
    </a:lvl7pPr>
    <a:lvl8pPr marL="3198656" algn="r" defTabSz="913902" rtl="1" eaLnBrk="1" latinLnBrk="0" hangingPunct="1">
      <a:defRPr sz="1300" kern="1200">
        <a:solidFill>
          <a:schemeClr val="tx1"/>
        </a:solidFill>
        <a:latin typeface="+mn-lt"/>
        <a:ea typeface="+mn-ea"/>
        <a:cs typeface="+mn-cs"/>
      </a:defRPr>
    </a:lvl8pPr>
    <a:lvl9pPr marL="3655611" algn="r" defTabSz="913902" rtl="1"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מציין מיקום של תמונת שקופית 1"/>
          <p:cNvSpPr>
            <a:spLocks noGrp="1" noRot="1" noChangeAspect="1" noTextEdit="1"/>
          </p:cNvSpPr>
          <p:nvPr>
            <p:ph type="sldImg"/>
          </p:nvPr>
        </p:nvSpPr>
        <p:spPr bwMode="auto">
          <a:xfrm>
            <a:off x="3624263" y="549275"/>
            <a:ext cx="2352675" cy="2743200"/>
          </a:xfrm>
          <a:noFill/>
          <a:ln>
            <a:solidFill>
              <a:srgbClr val="000000"/>
            </a:solidFill>
            <a:miter lim="800000"/>
            <a:headEnd/>
            <a:tailEnd/>
          </a:ln>
        </p:spPr>
      </p:sp>
      <p:sp>
        <p:nvSpPr>
          <p:cNvPr id="4099" name="מציין מיקום של הערות 2"/>
          <p:cNvSpPr>
            <a:spLocks noGrp="1"/>
          </p:cNvSpPr>
          <p:nvPr>
            <p:ph type="body" idx="1"/>
          </p:nvPr>
        </p:nvSpPr>
        <p:spPr bwMode="auto">
          <a:noFill/>
        </p:spPr>
        <p:txBody>
          <a:bodyPr/>
          <a:lstStyle/>
          <a:p>
            <a:pPr eaLnBrk="1" hangingPunct="1">
              <a:spcBef>
                <a:spcPct val="0"/>
              </a:spcBef>
            </a:pPr>
            <a:endParaRPr lang="he-IL" altLang="en-US" smtClean="0">
              <a:cs typeface="Arial" pitchFamily="34" charset="0"/>
            </a:endParaRPr>
          </a:p>
        </p:txBody>
      </p:sp>
      <p:sp>
        <p:nvSpPr>
          <p:cNvPr id="4100" name="מציין מיקום של מספר שקופית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A81A1DD-2045-4FB9-9BB0-85A7D8F2D443}" type="slidenum">
              <a:rPr lang="he-IL" altLang="en-US" smtClean="0"/>
              <a:pPr/>
              <a:t>1</a:t>
            </a:fld>
            <a:endParaRPr lang="he-IL"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32918400" cy="16428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07557" tIns="203779" rIns="407557" bIns="203779" rtlCol="0" anchor="ctr"/>
          <a:lstStyle/>
          <a:p>
            <a:pPr algn="ctr"/>
            <a:endParaRPr lang="en-US"/>
          </a:p>
        </p:txBody>
      </p:sp>
      <p:cxnSp>
        <p:nvCxnSpPr>
          <p:cNvPr id="18" name="Straight Connector 17"/>
          <p:cNvCxnSpPr/>
          <p:nvPr/>
        </p:nvCxnSpPr>
        <p:spPr>
          <a:xfrm>
            <a:off x="0" y="16381602"/>
            <a:ext cx="32918400" cy="889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9052560" y="13228320"/>
            <a:ext cx="14813280" cy="6315456"/>
          </a:xfrm>
          <a:prstGeom prst="rect">
            <a:avLst/>
          </a:prstGeom>
          <a:solidFill>
            <a:schemeClr val="tx1"/>
          </a:solidFill>
          <a:ln w="76200" cmpd="thinThick">
            <a:solidFill>
              <a:schemeClr val="tx1"/>
            </a:solidFill>
            <a:miter lim="800000"/>
          </a:ln>
        </p:spPr>
        <p:txBody>
          <a:bodyPr vert="horz" lIns="407557" tIns="203779" rIns="407557" bIns="203779" rtlCol="0" anchor="ctr" anchorCtr="0">
            <a:normAutofit/>
          </a:bodyPr>
          <a:lstStyle/>
          <a:p>
            <a:pPr algn="ctr" defTabSz="4075572" rtl="0" eaLnBrk="1" latinLnBrk="0" hangingPunct="1">
              <a:spcBef>
                <a:spcPts val="1783"/>
              </a:spcBef>
              <a:buNone/>
            </a:pPr>
            <a:endParaRPr lang="en-US" sz="8000" b="1" kern="1200" cap="all" spc="0" baseline="0" smtClean="0">
              <a:solidFill>
                <a:schemeClr val="bg1"/>
              </a:solidFill>
              <a:latin typeface="+mj-lt"/>
              <a:ea typeface="+mj-ea"/>
              <a:cs typeface="Tunga" pitchFamily="2"/>
            </a:endParaRPr>
          </a:p>
        </p:txBody>
      </p:sp>
      <p:sp>
        <p:nvSpPr>
          <p:cNvPr id="3" name="Subtitle 2"/>
          <p:cNvSpPr>
            <a:spLocks noGrp="1"/>
          </p:cNvSpPr>
          <p:nvPr>
            <p:ph type="subTitle" idx="1"/>
          </p:nvPr>
        </p:nvSpPr>
        <p:spPr>
          <a:xfrm>
            <a:off x="9235440" y="17054579"/>
            <a:ext cx="14447520" cy="2400300"/>
          </a:xfrm>
        </p:spPr>
        <p:txBody>
          <a:bodyPr tIns="0" anchor="t">
            <a:noAutofit/>
          </a:bodyPr>
          <a:lstStyle>
            <a:lvl1pPr marL="0" indent="0" algn="ctr">
              <a:buNone/>
              <a:defRPr sz="7100" b="0" i="0" cap="none" spc="0" baseline="0">
                <a:solidFill>
                  <a:schemeClr val="bg1">
                    <a:lumMod val="75000"/>
                    <a:lumOff val="25000"/>
                  </a:schemeClr>
                </a:solidFill>
              </a:defRPr>
            </a:lvl1pPr>
            <a:lvl2pPr marL="2037786" indent="0" algn="ctr">
              <a:buNone/>
              <a:defRPr>
                <a:solidFill>
                  <a:schemeClr val="tx1">
                    <a:tint val="75000"/>
                  </a:schemeClr>
                </a:solidFill>
              </a:defRPr>
            </a:lvl2pPr>
            <a:lvl3pPr marL="4075572" indent="0" algn="ctr">
              <a:buNone/>
              <a:defRPr>
                <a:solidFill>
                  <a:schemeClr val="tx1">
                    <a:tint val="75000"/>
                  </a:schemeClr>
                </a:solidFill>
              </a:defRPr>
            </a:lvl3pPr>
            <a:lvl4pPr marL="6113358" indent="0" algn="ctr">
              <a:buNone/>
              <a:defRPr>
                <a:solidFill>
                  <a:schemeClr val="tx1">
                    <a:tint val="75000"/>
                  </a:schemeClr>
                </a:solidFill>
              </a:defRPr>
            </a:lvl4pPr>
            <a:lvl5pPr marL="8151144" indent="0" algn="ctr">
              <a:buNone/>
              <a:defRPr>
                <a:solidFill>
                  <a:schemeClr val="tx1">
                    <a:tint val="75000"/>
                  </a:schemeClr>
                </a:solidFill>
              </a:defRPr>
            </a:lvl5pPr>
            <a:lvl6pPr marL="10188931" indent="0" algn="ctr">
              <a:buNone/>
              <a:defRPr>
                <a:solidFill>
                  <a:schemeClr val="tx1">
                    <a:tint val="75000"/>
                  </a:schemeClr>
                </a:solidFill>
              </a:defRPr>
            </a:lvl6pPr>
            <a:lvl7pPr marL="12226717" indent="0" algn="ctr">
              <a:buNone/>
              <a:defRPr>
                <a:solidFill>
                  <a:schemeClr val="tx1">
                    <a:tint val="75000"/>
                  </a:schemeClr>
                </a:solidFill>
              </a:defRPr>
            </a:lvl7pPr>
            <a:lvl8pPr marL="14264503" indent="0" algn="ctr">
              <a:buNone/>
              <a:defRPr>
                <a:solidFill>
                  <a:schemeClr val="tx1">
                    <a:tint val="75000"/>
                  </a:schemeClr>
                </a:solidFill>
              </a:defRPr>
            </a:lvl8pPr>
            <a:lvl9pPr marL="16302289" indent="0" algn="ctr">
              <a:buNone/>
              <a:defRPr>
                <a:solidFill>
                  <a:schemeClr val="tx1">
                    <a:tint val="75000"/>
                  </a:schemeClr>
                </a:solidFill>
              </a:defRPr>
            </a:lvl9pPr>
          </a:lstStyle>
          <a:p>
            <a:r>
              <a:rPr lang="en-US" smtClean="0"/>
              <a:t>Click to edit Master subtitle style</a:t>
            </a:r>
            <a:endParaRPr lang="en-US" dirty="0"/>
          </a:p>
        </p:txBody>
      </p:sp>
      <p:sp>
        <p:nvSpPr>
          <p:cNvPr id="12" name="Title 11"/>
          <p:cNvSpPr>
            <a:spLocks noGrp="1"/>
          </p:cNvSpPr>
          <p:nvPr>
            <p:ph type="title"/>
          </p:nvPr>
        </p:nvSpPr>
        <p:spPr>
          <a:xfrm>
            <a:off x="9235440" y="13427456"/>
            <a:ext cx="14447520" cy="3356864"/>
          </a:xfrm>
          <a:noFill/>
          <a:ln>
            <a:noFill/>
          </a:ln>
        </p:spPr>
        <p:txBody>
          <a:bodyPr bIns="0" anchor="b"/>
          <a:lstStyle>
            <a:lvl1pPr>
              <a:defRPr>
                <a:effectLst>
                  <a:glow rad="88900">
                    <a:schemeClr val="tx1">
                      <a:alpha val="60000"/>
                    </a:schemeClr>
                  </a:glow>
                </a:effectLst>
              </a:defRPr>
            </a:lvl1pPr>
          </a:lstStyle>
          <a:p>
            <a:r>
              <a:rPr lang="en-US" smtClean="0"/>
              <a:t>Click to edit Master title style</a:t>
            </a:r>
            <a:endParaRPr lang="en-US" dirty="0"/>
          </a:p>
        </p:txBody>
      </p:sp>
      <p:sp>
        <p:nvSpPr>
          <p:cNvPr id="11" name="Date Placeholder 10"/>
          <p:cNvSpPr>
            <a:spLocks noGrp="1"/>
          </p:cNvSpPr>
          <p:nvPr>
            <p:ph type="dt" sz="half" idx="10"/>
          </p:nvPr>
        </p:nvSpPr>
        <p:spPr bwMode="black"/>
        <p:txBody>
          <a:bodyPr/>
          <a:lstStyle/>
          <a:p>
            <a:pPr>
              <a:defRPr/>
            </a:pPr>
            <a:endParaRPr lang="he-IL" altLang="he-IL"/>
          </a:p>
        </p:txBody>
      </p:sp>
      <p:sp>
        <p:nvSpPr>
          <p:cNvPr id="17" name="Slide Number Placeholder 16"/>
          <p:cNvSpPr>
            <a:spLocks noGrp="1"/>
          </p:cNvSpPr>
          <p:nvPr>
            <p:ph type="sldNum" sz="quarter" idx="11"/>
          </p:nvPr>
        </p:nvSpPr>
        <p:spPr/>
        <p:txBody>
          <a:bodyPr/>
          <a:lstStyle/>
          <a:p>
            <a:pPr>
              <a:defRPr/>
            </a:pPr>
            <a:fld id="{1AC36097-1627-4E85-B988-BAC5F29A176A}" type="slidenum">
              <a:rPr lang="en-US" altLang="he-IL" smtClean="0"/>
              <a:pPr>
                <a:defRPr/>
              </a:pPr>
              <a:t>‹#›</a:t>
            </a:fld>
            <a:endParaRPr lang="en-US" altLang="he-IL"/>
          </a:p>
        </p:txBody>
      </p:sp>
      <p:sp>
        <p:nvSpPr>
          <p:cNvPr id="19" name="Footer Placeholder 18"/>
          <p:cNvSpPr>
            <a:spLocks noGrp="1"/>
          </p:cNvSpPr>
          <p:nvPr>
            <p:ph type="ftr" sz="quarter" idx="12"/>
          </p:nvPr>
        </p:nvSpPr>
        <p:spPr/>
        <p:txBody>
          <a:bodyPr/>
          <a:lstStyle/>
          <a:p>
            <a:pPr>
              <a:defRPr/>
            </a:pPr>
            <a:endParaRPr lang="he-IL" altLang="he-I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1" name="Content Placeholder 30"/>
          <p:cNvSpPr>
            <a:spLocks noGrp="1"/>
          </p:cNvSpPr>
          <p:nvPr>
            <p:ph sz="quarter" idx="13"/>
          </p:nvPr>
        </p:nvSpPr>
        <p:spPr>
          <a:xfrm>
            <a:off x="1645920" y="11316614"/>
            <a:ext cx="29626560" cy="2282098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
        <p:nvSpPr>
          <p:cNvPr id="11" name="Date Placeholder 10"/>
          <p:cNvSpPr>
            <a:spLocks noGrp="1"/>
          </p:cNvSpPr>
          <p:nvPr>
            <p:ph type="dt" sz="half" idx="14"/>
          </p:nvPr>
        </p:nvSpPr>
        <p:spPr/>
        <p:txBody>
          <a:bodyPr/>
          <a:lstStyle/>
          <a:p>
            <a:pPr>
              <a:defRPr/>
            </a:pPr>
            <a:endParaRPr lang="he-IL" altLang="he-IL"/>
          </a:p>
        </p:txBody>
      </p:sp>
      <p:sp>
        <p:nvSpPr>
          <p:cNvPr id="12" name="Slide Number Placeholder 11"/>
          <p:cNvSpPr>
            <a:spLocks noGrp="1"/>
          </p:cNvSpPr>
          <p:nvPr>
            <p:ph type="sldNum" sz="quarter" idx="15"/>
          </p:nvPr>
        </p:nvSpPr>
        <p:spPr/>
        <p:txBody>
          <a:bodyPr/>
          <a:lstStyle/>
          <a:p>
            <a:pPr>
              <a:defRPr/>
            </a:pPr>
            <a:fld id="{1AC36097-1627-4E85-B988-BAC5F29A176A}" type="slidenum">
              <a:rPr lang="en-US" altLang="he-IL" smtClean="0"/>
              <a:pPr>
                <a:defRPr/>
              </a:pPr>
              <a:t>‹#›</a:t>
            </a:fld>
            <a:endParaRPr lang="en-US" altLang="he-IL"/>
          </a:p>
        </p:txBody>
      </p:sp>
      <p:sp>
        <p:nvSpPr>
          <p:cNvPr id="13" name="Footer Placeholder 12"/>
          <p:cNvSpPr>
            <a:spLocks noGrp="1"/>
          </p:cNvSpPr>
          <p:nvPr>
            <p:ph type="ftr" sz="quarter" idx="16"/>
          </p:nvPr>
        </p:nvSpPr>
        <p:spPr/>
        <p:txBody>
          <a:bodyPr/>
          <a:lstStyle/>
          <a:p>
            <a:pPr>
              <a:defRPr/>
            </a:pPr>
            <a:endParaRPr lang="he-IL" altLang="he-I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8" name="Rectangle 7"/>
          <p:cNvSpPr/>
          <p:nvPr/>
        </p:nvSpPr>
        <p:spPr>
          <a:xfrm>
            <a:off x="0" y="21967546"/>
            <a:ext cx="32918400" cy="164372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07557" tIns="203779" rIns="407557" bIns="203779" rtlCol="0" anchor="ctr"/>
          <a:lstStyle/>
          <a:p>
            <a:pPr algn="ctr"/>
            <a:endParaRPr lang="en-US"/>
          </a:p>
        </p:txBody>
      </p:sp>
      <p:cxnSp>
        <p:nvCxnSpPr>
          <p:cNvPr id="11" name="Straight Connector 10"/>
          <p:cNvCxnSpPr/>
          <p:nvPr/>
        </p:nvCxnSpPr>
        <p:spPr>
          <a:xfrm>
            <a:off x="0" y="21961856"/>
            <a:ext cx="32918400" cy="8893"/>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9052560" y="18861024"/>
            <a:ext cx="14813280" cy="6315456"/>
          </a:xfrm>
          <a:prstGeom prst="rect">
            <a:avLst/>
          </a:prstGeom>
          <a:solidFill>
            <a:schemeClr val="tx1"/>
          </a:solidFill>
          <a:ln w="76200" cmpd="thinThick">
            <a:solidFill>
              <a:schemeClr val="tx1"/>
            </a:solidFill>
            <a:miter lim="800000"/>
          </a:ln>
        </p:spPr>
        <p:txBody>
          <a:bodyPr vert="horz" lIns="407557" tIns="203779" rIns="407557" bIns="203779" rtlCol="0" anchor="ctr" anchorCtr="0">
            <a:normAutofit/>
          </a:bodyPr>
          <a:lstStyle/>
          <a:p>
            <a:pPr algn="ctr" defTabSz="4075572" rtl="0" eaLnBrk="1" latinLnBrk="0" hangingPunct="1">
              <a:spcBef>
                <a:spcPts val="1783"/>
              </a:spcBef>
              <a:buNone/>
            </a:pPr>
            <a:endParaRPr lang="en-US" sz="8000" b="1" kern="1200" cap="all" spc="0" baseline="0" smtClean="0">
              <a:solidFill>
                <a:schemeClr val="bg1"/>
              </a:solidFill>
              <a:latin typeface="+mj-lt"/>
              <a:ea typeface="+mj-ea"/>
              <a:cs typeface="Tunga" pitchFamily="2"/>
            </a:endParaRPr>
          </a:p>
        </p:txBody>
      </p:sp>
      <p:sp>
        <p:nvSpPr>
          <p:cNvPr id="9" name="Title Placeholder 1"/>
          <p:cNvSpPr>
            <a:spLocks noGrp="1"/>
          </p:cNvSpPr>
          <p:nvPr>
            <p:ph type="title"/>
          </p:nvPr>
        </p:nvSpPr>
        <p:spPr bwMode="black">
          <a:xfrm>
            <a:off x="9104589" y="18856580"/>
            <a:ext cx="14709229" cy="3958198"/>
          </a:xfrm>
          <a:prstGeom prst="rect">
            <a:avLst/>
          </a:prstGeom>
          <a:noFill/>
          <a:ln w="98425" cmpd="thinThick">
            <a:noFill/>
            <a:miter lim="800000"/>
          </a:ln>
        </p:spPr>
        <p:txBody>
          <a:bodyPr vert="horz" lIns="407557" tIns="203779" rIns="407557" bIns="0" rtlCol="0" anchor="b" anchorCtr="0">
            <a:normAutofit/>
          </a:bodyPr>
          <a:lstStyle>
            <a:lvl1pPr>
              <a:defRPr kumimoji="0" lang="en-US" sz="8000" b="1" i="0" u="none" strike="noStrike" kern="1200" cap="all" spc="0" normalizeH="0" baseline="0" noProof="0" dirty="0" smtClean="0">
                <a:ln>
                  <a:noFill/>
                </a:ln>
                <a:solidFill>
                  <a:schemeClr val="bg1"/>
                </a:solidFill>
                <a:effectLst/>
                <a:uLnTx/>
                <a:uFillTx/>
                <a:latin typeface="+mj-lt"/>
                <a:ea typeface="+mj-ea"/>
                <a:cs typeface="Tunga" pitchFamily="2"/>
              </a:defRPr>
            </a:lvl1pPr>
          </a:lstStyle>
          <a:p>
            <a:r>
              <a:rPr lang="en-US" smtClean="0"/>
              <a:t>Click to edit Master title style</a:t>
            </a:r>
            <a:endParaRPr lang="en-US" dirty="0"/>
          </a:p>
        </p:txBody>
      </p:sp>
      <p:sp>
        <p:nvSpPr>
          <p:cNvPr id="10" name="Subtitle 2"/>
          <p:cNvSpPr>
            <a:spLocks noGrp="1"/>
          </p:cNvSpPr>
          <p:nvPr>
            <p:ph type="subTitle" idx="1"/>
          </p:nvPr>
        </p:nvSpPr>
        <p:spPr bwMode="black">
          <a:xfrm>
            <a:off x="9066753" y="22873631"/>
            <a:ext cx="14784901" cy="2223726"/>
          </a:xfrm>
        </p:spPr>
        <p:txBody>
          <a:bodyPr tIns="0" anchor="t" anchorCtr="0">
            <a:normAutofit/>
          </a:bodyPr>
          <a:lstStyle>
            <a:lvl1pPr marL="0" indent="0" algn="ctr">
              <a:buNone/>
              <a:defRPr kumimoji="0" lang="en-US" sz="7100" b="0" i="0" u="none" strike="noStrike" kern="1200" cap="none" spc="0" normalizeH="0" baseline="0" noProof="0" dirty="0">
                <a:ln>
                  <a:noFill/>
                </a:ln>
                <a:solidFill>
                  <a:schemeClr val="bg1"/>
                </a:solidFill>
                <a:effectLst/>
                <a:uLnTx/>
                <a:uFillTx/>
                <a:latin typeface="+mn-lt"/>
                <a:ea typeface="+mn-ea"/>
                <a:cs typeface="Tahoma" pitchFamily="34" charset="0"/>
              </a:defRPr>
            </a:lvl1pPr>
            <a:lvl2pPr marL="2037786" indent="0" algn="ctr">
              <a:buNone/>
              <a:defRPr>
                <a:solidFill>
                  <a:schemeClr val="tx1">
                    <a:tint val="75000"/>
                  </a:schemeClr>
                </a:solidFill>
              </a:defRPr>
            </a:lvl2pPr>
            <a:lvl3pPr marL="4075572" indent="0" algn="ctr">
              <a:buNone/>
              <a:defRPr>
                <a:solidFill>
                  <a:schemeClr val="tx1">
                    <a:tint val="75000"/>
                  </a:schemeClr>
                </a:solidFill>
              </a:defRPr>
            </a:lvl3pPr>
            <a:lvl4pPr marL="6113358" indent="0" algn="ctr">
              <a:buNone/>
              <a:defRPr>
                <a:solidFill>
                  <a:schemeClr val="tx1">
                    <a:tint val="75000"/>
                  </a:schemeClr>
                </a:solidFill>
              </a:defRPr>
            </a:lvl4pPr>
            <a:lvl5pPr marL="8151144" indent="0" algn="ctr">
              <a:buNone/>
              <a:defRPr>
                <a:solidFill>
                  <a:schemeClr val="tx1">
                    <a:tint val="75000"/>
                  </a:schemeClr>
                </a:solidFill>
              </a:defRPr>
            </a:lvl5pPr>
            <a:lvl6pPr marL="10188931" indent="0" algn="ctr">
              <a:buNone/>
              <a:defRPr>
                <a:solidFill>
                  <a:schemeClr val="tx1">
                    <a:tint val="75000"/>
                  </a:schemeClr>
                </a:solidFill>
              </a:defRPr>
            </a:lvl6pPr>
            <a:lvl7pPr marL="12226717" indent="0" algn="ctr">
              <a:buNone/>
              <a:defRPr>
                <a:solidFill>
                  <a:schemeClr val="tx1">
                    <a:tint val="75000"/>
                  </a:schemeClr>
                </a:solidFill>
              </a:defRPr>
            </a:lvl7pPr>
            <a:lvl8pPr marL="14264503" indent="0" algn="ctr">
              <a:buNone/>
              <a:defRPr>
                <a:solidFill>
                  <a:schemeClr val="tx1">
                    <a:tint val="75000"/>
                  </a:schemeClr>
                </a:solidFill>
              </a:defRPr>
            </a:lvl8pPr>
            <a:lvl9pPr marL="16302289" indent="0" algn="ctr">
              <a:buNone/>
              <a:defRPr>
                <a:solidFill>
                  <a:schemeClr val="tx1">
                    <a:tint val="75000"/>
                  </a:schemeClr>
                </a:solidFill>
              </a:defRPr>
            </a:lvl9pPr>
          </a:lstStyle>
          <a:p>
            <a:r>
              <a:rPr lang="en-US" smtClean="0"/>
              <a:t>Click to edit Master subtitle style</a:t>
            </a:r>
            <a:endParaRPr lang="en-US" dirty="0"/>
          </a:p>
        </p:txBody>
      </p:sp>
      <p:sp>
        <p:nvSpPr>
          <p:cNvPr id="13" name="Date Placeholder 12"/>
          <p:cNvSpPr>
            <a:spLocks noGrp="1"/>
          </p:cNvSpPr>
          <p:nvPr>
            <p:ph type="dt" sz="half" idx="10"/>
          </p:nvPr>
        </p:nvSpPr>
        <p:spPr/>
        <p:txBody>
          <a:bodyPr/>
          <a:lstStyle/>
          <a:p>
            <a:pPr>
              <a:defRPr/>
            </a:pPr>
            <a:endParaRPr lang="he-IL" altLang="he-IL"/>
          </a:p>
        </p:txBody>
      </p:sp>
      <p:sp>
        <p:nvSpPr>
          <p:cNvPr id="14" name="Slide Number Placeholder 13"/>
          <p:cNvSpPr>
            <a:spLocks noGrp="1"/>
          </p:cNvSpPr>
          <p:nvPr>
            <p:ph type="sldNum" sz="quarter" idx="11"/>
          </p:nvPr>
        </p:nvSpPr>
        <p:spPr/>
        <p:txBody>
          <a:bodyPr/>
          <a:lstStyle/>
          <a:p>
            <a:pPr>
              <a:defRPr/>
            </a:pPr>
            <a:fld id="{1AC36097-1627-4E85-B988-BAC5F29A176A}" type="slidenum">
              <a:rPr lang="en-US" altLang="he-IL" smtClean="0"/>
              <a:pPr>
                <a:defRPr/>
              </a:pPr>
              <a:t>‹#›</a:t>
            </a:fld>
            <a:endParaRPr lang="en-US" altLang="he-IL"/>
          </a:p>
        </p:txBody>
      </p:sp>
      <p:sp>
        <p:nvSpPr>
          <p:cNvPr id="15" name="Footer Placeholder 14"/>
          <p:cNvSpPr>
            <a:spLocks noGrp="1"/>
          </p:cNvSpPr>
          <p:nvPr>
            <p:ph type="ftr" sz="quarter" idx="12"/>
          </p:nvPr>
        </p:nvSpPr>
        <p:spPr/>
        <p:txBody>
          <a:bodyPr/>
          <a:lstStyle/>
          <a:p>
            <a:pPr>
              <a:defRPr/>
            </a:pPr>
            <a:endParaRPr lang="he-IL" altLang="he-IL"/>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Content Placeholder 30"/>
          <p:cNvSpPr>
            <a:spLocks noGrp="1"/>
          </p:cNvSpPr>
          <p:nvPr>
            <p:ph sz="quarter" idx="13"/>
          </p:nvPr>
        </p:nvSpPr>
        <p:spPr>
          <a:xfrm>
            <a:off x="1645924" y="11316615"/>
            <a:ext cx="14484096" cy="2242840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0"/>
          <p:cNvSpPr>
            <a:spLocks noGrp="1"/>
          </p:cNvSpPr>
          <p:nvPr>
            <p:ph sz="quarter" idx="14"/>
          </p:nvPr>
        </p:nvSpPr>
        <p:spPr>
          <a:xfrm>
            <a:off x="16788384" y="11316615"/>
            <a:ext cx="14484096" cy="2242840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p:cNvSpPr>
            <a:spLocks noGrp="1"/>
          </p:cNvSpPr>
          <p:nvPr>
            <p:ph type="dt" sz="half" idx="15"/>
          </p:nvPr>
        </p:nvSpPr>
        <p:spPr/>
        <p:txBody>
          <a:bodyPr/>
          <a:lstStyle/>
          <a:p>
            <a:pPr>
              <a:defRPr/>
            </a:pPr>
            <a:endParaRPr lang="he-IL" altLang="he-IL"/>
          </a:p>
        </p:txBody>
      </p:sp>
      <p:sp>
        <p:nvSpPr>
          <p:cNvPr id="12" name="Slide Number Placeholder 11"/>
          <p:cNvSpPr>
            <a:spLocks noGrp="1"/>
          </p:cNvSpPr>
          <p:nvPr>
            <p:ph type="sldNum" sz="quarter" idx="16"/>
          </p:nvPr>
        </p:nvSpPr>
        <p:spPr/>
        <p:txBody>
          <a:bodyPr/>
          <a:lstStyle/>
          <a:p>
            <a:pPr>
              <a:defRPr/>
            </a:pPr>
            <a:fld id="{1AC36097-1627-4E85-B988-BAC5F29A176A}" type="slidenum">
              <a:rPr lang="en-US" altLang="he-IL" smtClean="0"/>
              <a:pPr>
                <a:defRPr/>
              </a:pPr>
              <a:t>‹#›</a:t>
            </a:fld>
            <a:endParaRPr lang="en-US" altLang="he-IL"/>
          </a:p>
        </p:txBody>
      </p:sp>
      <p:sp>
        <p:nvSpPr>
          <p:cNvPr id="13" name="Footer Placeholder 12"/>
          <p:cNvSpPr>
            <a:spLocks noGrp="1"/>
          </p:cNvSpPr>
          <p:nvPr>
            <p:ph type="ftr" sz="quarter" idx="17"/>
          </p:nvPr>
        </p:nvSpPr>
        <p:spPr/>
        <p:txBody>
          <a:bodyPr/>
          <a:lstStyle/>
          <a:p>
            <a:pPr>
              <a:defRPr/>
            </a:pPr>
            <a:endParaRPr lang="he-IL" altLang="he-IL"/>
          </a:p>
        </p:txBody>
      </p:sp>
      <p:sp>
        <p:nvSpPr>
          <p:cNvPr id="16" name="Title 1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3" name="Content Placeholder 30"/>
          <p:cNvSpPr>
            <a:spLocks noGrp="1"/>
          </p:cNvSpPr>
          <p:nvPr>
            <p:ph sz="quarter" idx="13"/>
          </p:nvPr>
        </p:nvSpPr>
        <p:spPr>
          <a:xfrm>
            <a:off x="1645924" y="15788640"/>
            <a:ext cx="14484096" cy="1797344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4" name="Content Placeholder 30"/>
          <p:cNvSpPr>
            <a:spLocks noGrp="1"/>
          </p:cNvSpPr>
          <p:nvPr>
            <p:ph sz="quarter" idx="14"/>
          </p:nvPr>
        </p:nvSpPr>
        <p:spPr>
          <a:xfrm>
            <a:off x="16788384" y="15771571"/>
            <a:ext cx="14484096" cy="1797344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ext Placeholder 3"/>
          <p:cNvSpPr>
            <a:spLocks noGrp="1"/>
          </p:cNvSpPr>
          <p:nvPr>
            <p:ph type="body" sz="half" idx="2"/>
          </p:nvPr>
        </p:nvSpPr>
        <p:spPr>
          <a:xfrm>
            <a:off x="1645920" y="11316614"/>
            <a:ext cx="14484096" cy="3942893"/>
          </a:xfrm>
          <a:noFill/>
          <a:ln w="98425" cmpd="thinThick">
            <a:noFill/>
            <a:miter lim="800000"/>
          </a:ln>
        </p:spPr>
        <p:txBody>
          <a:bodyPr vert="horz" lIns="407557" tIns="203779" rIns="407557" bIns="203779" rtlCol="0" anchor="ctr" anchorCtr="0">
            <a:normAutofit/>
          </a:bodyPr>
          <a:lstStyle>
            <a:lvl1pPr marL="0" indent="0" algn="ctr" defTabSz="4075572" rtl="0" eaLnBrk="1" latinLnBrk="0" hangingPunct="1">
              <a:spcBef>
                <a:spcPts val="1783"/>
              </a:spcBef>
              <a:buNone/>
              <a:defRPr lang="en-US" sz="8000" b="1" kern="1200" cap="none" spc="891" baseline="0" smtClean="0">
                <a:solidFill>
                  <a:schemeClr val="tx1"/>
                </a:solidFill>
                <a:latin typeface="+mj-lt"/>
                <a:ea typeface="+mj-ea"/>
                <a:cs typeface="Tunga" pitchFamily="2"/>
              </a:defRPr>
            </a:lvl1pPr>
            <a:lvl2pPr marL="2037786" indent="0">
              <a:buNone/>
              <a:defRPr sz="5300"/>
            </a:lvl2pPr>
            <a:lvl3pPr marL="4075572" indent="0">
              <a:buNone/>
              <a:defRPr sz="4500"/>
            </a:lvl3pPr>
            <a:lvl4pPr marL="6113358" indent="0">
              <a:buNone/>
              <a:defRPr sz="4000"/>
            </a:lvl4pPr>
            <a:lvl5pPr marL="8151144" indent="0">
              <a:buNone/>
              <a:defRPr sz="4000"/>
            </a:lvl5pPr>
            <a:lvl6pPr marL="10188931" indent="0">
              <a:buNone/>
              <a:defRPr sz="4000"/>
            </a:lvl6pPr>
            <a:lvl7pPr marL="12226717" indent="0">
              <a:buNone/>
              <a:defRPr sz="4000"/>
            </a:lvl7pPr>
            <a:lvl8pPr marL="14264503" indent="0">
              <a:buNone/>
              <a:defRPr sz="4000"/>
            </a:lvl8pPr>
            <a:lvl9pPr marL="16302289" indent="0">
              <a:buNone/>
              <a:defRPr sz="4000"/>
            </a:lvl9pPr>
          </a:lstStyle>
          <a:p>
            <a:pPr lvl="0"/>
            <a:r>
              <a:rPr lang="en-US" smtClean="0"/>
              <a:t>Click to edit Master text styles</a:t>
            </a:r>
          </a:p>
        </p:txBody>
      </p:sp>
      <p:sp>
        <p:nvSpPr>
          <p:cNvPr id="21" name="Text Placeholder 3"/>
          <p:cNvSpPr>
            <a:spLocks noGrp="1"/>
          </p:cNvSpPr>
          <p:nvPr>
            <p:ph type="body" sz="half" idx="15"/>
          </p:nvPr>
        </p:nvSpPr>
        <p:spPr>
          <a:xfrm>
            <a:off x="16788384" y="11316614"/>
            <a:ext cx="14484096" cy="3942893"/>
          </a:xfrm>
          <a:noFill/>
          <a:ln w="98425" cmpd="thinThick">
            <a:noFill/>
            <a:miter lim="800000"/>
          </a:ln>
        </p:spPr>
        <p:txBody>
          <a:bodyPr vert="horz" lIns="407557" tIns="203779" rIns="407557" bIns="203779" rtlCol="0" anchor="ctr" anchorCtr="0">
            <a:normAutofit/>
          </a:bodyPr>
          <a:lstStyle>
            <a:lvl1pPr marL="0" indent="0" algn="ctr" defTabSz="4075572" rtl="0" eaLnBrk="1" latinLnBrk="0" hangingPunct="1">
              <a:spcBef>
                <a:spcPts val="1783"/>
              </a:spcBef>
              <a:buNone/>
              <a:defRPr lang="en-US" sz="8000" b="1" i="0" kern="1200" cap="none" spc="891" baseline="0" dirty="0" smtClean="0">
                <a:solidFill>
                  <a:schemeClr val="tx1"/>
                </a:solidFill>
                <a:latin typeface="+mj-lt"/>
                <a:ea typeface="+mj-ea"/>
                <a:cs typeface="Tunga" pitchFamily="2"/>
              </a:defRPr>
            </a:lvl1pPr>
            <a:lvl2pPr marL="2037786" indent="0">
              <a:buNone/>
              <a:defRPr sz="5300"/>
            </a:lvl2pPr>
            <a:lvl3pPr marL="4075572" indent="0">
              <a:buNone/>
              <a:defRPr sz="4500"/>
            </a:lvl3pPr>
            <a:lvl4pPr marL="6113358" indent="0">
              <a:buNone/>
              <a:defRPr sz="4000"/>
            </a:lvl4pPr>
            <a:lvl5pPr marL="8151144" indent="0">
              <a:buNone/>
              <a:defRPr sz="4000"/>
            </a:lvl5pPr>
            <a:lvl6pPr marL="10188931" indent="0">
              <a:buNone/>
              <a:defRPr sz="4000"/>
            </a:lvl6pPr>
            <a:lvl7pPr marL="12226717" indent="0">
              <a:buNone/>
              <a:defRPr sz="4000"/>
            </a:lvl7pPr>
            <a:lvl8pPr marL="14264503" indent="0">
              <a:buNone/>
              <a:defRPr sz="4000"/>
            </a:lvl8pPr>
            <a:lvl9pPr marL="16302289" indent="0">
              <a:buNone/>
              <a:defRPr sz="4000"/>
            </a:lvl9pPr>
          </a:lstStyle>
          <a:p>
            <a:pPr marL="0" lvl="0" indent="0" algn="ctr" defTabSz="4075572" rtl="0" eaLnBrk="1" latinLnBrk="0" hangingPunct="1">
              <a:lnSpc>
                <a:spcPct val="110000"/>
              </a:lnSpc>
              <a:spcBef>
                <a:spcPts val="1783"/>
              </a:spcBef>
              <a:spcAft>
                <a:spcPts val="0"/>
              </a:spcAft>
              <a:buClr>
                <a:schemeClr val="accent1"/>
              </a:buClr>
              <a:buFontTx/>
              <a:buNone/>
            </a:pPr>
            <a:r>
              <a:rPr lang="en-US" smtClean="0"/>
              <a:t>Click to edit Master text styles</a:t>
            </a:r>
          </a:p>
        </p:txBody>
      </p:sp>
      <p:sp>
        <p:nvSpPr>
          <p:cNvPr id="11" name="Date Placeholder 10"/>
          <p:cNvSpPr>
            <a:spLocks noGrp="1"/>
          </p:cNvSpPr>
          <p:nvPr>
            <p:ph type="dt" sz="half" idx="16"/>
          </p:nvPr>
        </p:nvSpPr>
        <p:spPr/>
        <p:txBody>
          <a:bodyPr/>
          <a:lstStyle/>
          <a:p>
            <a:pPr>
              <a:defRPr/>
            </a:pPr>
            <a:endParaRPr lang="he-IL" altLang="he-IL"/>
          </a:p>
        </p:txBody>
      </p:sp>
      <p:sp>
        <p:nvSpPr>
          <p:cNvPr id="12" name="Slide Number Placeholder 11"/>
          <p:cNvSpPr>
            <a:spLocks noGrp="1"/>
          </p:cNvSpPr>
          <p:nvPr>
            <p:ph type="sldNum" sz="quarter" idx="17"/>
          </p:nvPr>
        </p:nvSpPr>
        <p:spPr/>
        <p:txBody>
          <a:bodyPr/>
          <a:lstStyle/>
          <a:p>
            <a:pPr>
              <a:defRPr/>
            </a:pPr>
            <a:fld id="{1AC36097-1627-4E85-B988-BAC5F29A176A}" type="slidenum">
              <a:rPr lang="en-US" altLang="he-IL" smtClean="0"/>
              <a:pPr>
                <a:defRPr/>
              </a:pPr>
              <a:t>‹#›</a:t>
            </a:fld>
            <a:endParaRPr lang="en-US" altLang="he-IL"/>
          </a:p>
        </p:txBody>
      </p:sp>
      <p:sp>
        <p:nvSpPr>
          <p:cNvPr id="13" name="Footer Placeholder 12"/>
          <p:cNvSpPr>
            <a:spLocks noGrp="1"/>
          </p:cNvSpPr>
          <p:nvPr>
            <p:ph type="ftr" sz="quarter" idx="18"/>
          </p:nvPr>
        </p:nvSpPr>
        <p:spPr/>
        <p:txBody>
          <a:bodyPr/>
          <a:lstStyle/>
          <a:p>
            <a:pPr>
              <a:defRPr/>
            </a:pPr>
            <a:endParaRPr lang="he-IL" altLang="he-IL"/>
          </a:p>
        </p:txBody>
      </p:sp>
      <p:sp>
        <p:nvSpPr>
          <p:cNvPr id="18" name="Title 1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lang="en-US"/>
          </a:p>
        </p:txBody>
      </p:sp>
      <p:sp>
        <p:nvSpPr>
          <p:cNvPr id="15" name="Date Placeholder 14"/>
          <p:cNvSpPr>
            <a:spLocks noGrp="1"/>
          </p:cNvSpPr>
          <p:nvPr>
            <p:ph type="dt" sz="half" idx="10"/>
          </p:nvPr>
        </p:nvSpPr>
        <p:spPr/>
        <p:txBody>
          <a:bodyPr/>
          <a:lstStyle/>
          <a:p>
            <a:pPr>
              <a:defRPr/>
            </a:pPr>
            <a:endParaRPr lang="he-IL" altLang="he-IL"/>
          </a:p>
        </p:txBody>
      </p:sp>
      <p:sp>
        <p:nvSpPr>
          <p:cNvPr id="16" name="Slide Number Placeholder 15"/>
          <p:cNvSpPr>
            <a:spLocks noGrp="1"/>
          </p:cNvSpPr>
          <p:nvPr>
            <p:ph type="sldNum" sz="quarter" idx="11"/>
          </p:nvPr>
        </p:nvSpPr>
        <p:spPr/>
        <p:txBody>
          <a:bodyPr/>
          <a:lstStyle/>
          <a:p>
            <a:pPr>
              <a:defRPr/>
            </a:pPr>
            <a:fld id="{1AC36097-1627-4E85-B988-BAC5F29A176A}" type="slidenum">
              <a:rPr lang="en-US" altLang="he-IL" smtClean="0"/>
              <a:pPr>
                <a:defRPr/>
              </a:pPr>
              <a:t>‹#›</a:t>
            </a:fld>
            <a:endParaRPr lang="en-US" altLang="he-IL"/>
          </a:p>
        </p:txBody>
      </p:sp>
      <p:sp>
        <p:nvSpPr>
          <p:cNvPr id="17" name="Footer Placeholder 16"/>
          <p:cNvSpPr>
            <a:spLocks noGrp="1"/>
          </p:cNvSpPr>
          <p:nvPr>
            <p:ph type="ftr" sz="quarter" idx="12"/>
          </p:nvPr>
        </p:nvSpPr>
        <p:spPr/>
        <p:txBody>
          <a:bodyPr/>
          <a:lstStyle/>
          <a:p>
            <a:pPr>
              <a:defRPr/>
            </a:pPr>
            <a:endParaRPr lang="he-IL" altLang="he-I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pPr>
              <a:defRPr/>
            </a:pPr>
            <a:endParaRPr lang="he-IL" altLang="he-IL"/>
          </a:p>
        </p:txBody>
      </p:sp>
      <p:sp>
        <p:nvSpPr>
          <p:cNvPr id="8" name="Slide Number Placeholder 7"/>
          <p:cNvSpPr>
            <a:spLocks noGrp="1"/>
          </p:cNvSpPr>
          <p:nvPr>
            <p:ph type="sldNum" sz="quarter" idx="11"/>
          </p:nvPr>
        </p:nvSpPr>
        <p:spPr/>
        <p:txBody>
          <a:bodyPr/>
          <a:lstStyle/>
          <a:p>
            <a:pPr>
              <a:defRPr/>
            </a:pPr>
            <a:fld id="{1AC36097-1627-4E85-B988-BAC5F29A176A}" type="slidenum">
              <a:rPr lang="en-US" altLang="he-IL" smtClean="0"/>
              <a:pPr>
                <a:defRPr/>
              </a:pPr>
              <a:t>‹#›</a:t>
            </a:fld>
            <a:endParaRPr lang="en-US" altLang="he-IL"/>
          </a:p>
        </p:txBody>
      </p:sp>
      <p:sp>
        <p:nvSpPr>
          <p:cNvPr id="9" name="Footer Placeholder 8"/>
          <p:cNvSpPr>
            <a:spLocks noGrp="1"/>
          </p:cNvSpPr>
          <p:nvPr>
            <p:ph type="ftr" sz="quarter" idx="12"/>
          </p:nvPr>
        </p:nvSpPr>
        <p:spPr/>
        <p:txBody>
          <a:bodyPr/>
          <a:lstStyle/>
          <a:p>
            <a:pPr>
              <a:defRPr/>
            </a:pPr>
            <a:endParaRPr lang="he-IL" altLang="he-I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4" name="Content Placeholder 30"/>
          <p:cNvSpPr>
            <a:spLocks noGrp="1"/>
          </p:cNvSpPr>
          <p:nvPr>
            <p:ph sz="quarter" idx="14"/>
          </p:nvPr>
        </p:nvSpPr>
        <p:spPr>
          <a:xfrm>
            <a:off x="5349240" y="10721343"/>
            <a:ext cx="22219920" cy="1966112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3"/>
          <p:cNvSpPr>
            <a:spLocks noGrp="1"/>
          </p:cNvSpPr>
          <p:nvPr>
            <p:ph type="body" sz="half" idx="2"/>
          </p:nvPr>
        </p:nvSpPr>
        <p:spPr>
          <a:xfrm>
            <a:off x="6254496" y="30877459"/>
            <a:ext cx="20409408" cy="3072384"/>
          </a:xfrm>
        </p:spPr>
        <p:txBody>
          <a:bodyPr vert="horz" lIns="407557" tIns="0" rIns="407557" bIns="203779" rtlCol="0" anchor="ctr">
            <a:normAutofit/>
          </a:bodyPr>
          <a:lstStyle>
            <a:lvl1pPr marL="0" indent="0" algn="ctr" defTabSz="4075572" rtl="0" eaLnBrk="1" latinLnBrk="0" hangingPunct="1">
              <a:lnSpc>
                <a:spcPct val="100000"/>
              </a:lnSpc>
              <a:spcBef>
                <a:spcPts val="0"/>
              </a:spcBef>
              <a:buClr>
                <a:schemeClr val="accent1"/>
              </a:buClr>
              <a:buFont typeface="Arial" pitchFamily="34" charset="0"/>
              <a:buNone/>
              <a:defRPr lang="en-US" sz="6200" b="0" i="0" kern="1200" cap="none" spc="0" baseline="0" smtClean="0">
                <a:solidFill>
                  <a:schemeClr val="tx1"/>
                </a:solidFill>
                <a:latin typeface="+mn-lt"/>
                <a:ea typeface="+mn-ea"/>
                <a:cs typeface="Tahoma" pitchFamily="34" charset="0"/>
              </a:defRPr>
            </a:lvl1pPr>
            <a:lvl2pPr marL="2037786" indent="0">
              <a:buNone/>
              <a:defRPr sz="5300"/>
            </a:lvl2pPr>
            <a:lvl3pPr marL="4075572" indent="0">
              <a:buNone/>
              <a:defRPr sz="4500"/>
            </a:lvl3pPr>
            <a:lvl4pPr marL="6113358" indent="0">
              <a:buNone/>
              <a:defRPr sz="4000"/>
            </a:lvl4pPr>
            <a:lvl5pPr marL="8151144" indent="0">
              <a:buNone/>
              <a:defRPr sz="4000"/>
            </a:lvl5pPr>
            <a:lvl6pPr marL="10188931" indent="0">
              <a:buNone/>
              <a:defRPr sz="4000"/>
            </a:lvl6pPr>
            <a:lvl7pPr marL="12226717" indent="0">
              <a:buNone/>
              <a:defRPr sz="4000"/>
            </a:lvl7pPr>
            <a:lvl8pPr marL="14264503" indent="0">
              <a:buNone/>
              <a:defRPr sz="4000"/>
            </a:lvl8pPr>
            <a:lvl9pPr marL="16302289" indent="0">
              <a:buNone/>
              <a:defRPr sz="4000"/>
            </a:lvl9pPr>
          </a:lstStyle>
          <a:p>
            <a:pPr lvl="0"/>
            <a:r>
              <a:rPr lang="en-US" smtClean="0"/>
              <a:t>Click to edit Master text styles</a:t>
            </a:r>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6" name="Date Placeholder 15"/>
          <p:cNvSpPr>
            <a:spLocks noGrp="1"/>
          </p:cNvSpPr>
          <p:nvPr>
            <p:ph type="dt" sz="half" idx="15"/>
          </p:nvPr>
        </p:nvSpPr>
        <p:spPr/>
        <p:txBody>
          <a:bodyPr/>
          <a:lstStyle/>
          <a:p>
            <a:pPr>
              <a:defRPr/>
            </a:pPr>
            <a:endParaRPr lang="he-IL" altLang="he-IL"/>
          </a:p>
        </p:txBody>
      </p:sp>
      <p:sp>
        <p:nvSpPr>
          <p:cNvPr id="19" name="Slide Number Placeholder 18"/>
          <p:cNvSpPr>
            <a:spLocks noGrp="1"/>
          </p:cNvSpPr>
          <p:nvPr>
            <p:ph type="sldNum" sz="quarter" idx="16"/>
          </p:nvPr>
        </p:nvSpPr>
        <p:spPr/>
        <p:txBody>
          <a:bodyPr/>
          <a:lstStyle/>
          <a:p>
            <a:pPr>
              <a:defRPr/>
            </a:pPr>
            <a:fld id="{1AC36097-1627-4E85-B988-BAC5F29A176A}" type="slidenum">
              <a:rPr lang="en-US" altLang="he-IL" smtClean="0"/>
              <a:pPr>
                <a:defRPr/>
              </a:pPr>
              <a:t>‹#›</a:t>
            </a:fld>
            <a:endParaRPr lang="en-US" altLang="he-IL"/>
          </a:p>
        </p:txBody>
      </p:sp>
      <p:sp>
        <p:nvSpPr>
          <p:cNvPr id="23" name="Footer Placeholder 22"/>
          <p:cNvSpPr>
            <a:spLocks noGrp="1"/>
          </p:cNvSpPr>
          <p:nvPr>
            <p:ph type="ftr" sz="quarter" idx="17"/>
          </p:nvPr>
        </p:nvSpPr>
        <p:spPr/>
        <p:txBody>
          <a:bodyPr/>
          <a:lstStyle/>
          <a:p>
            <a:pPr>
              <a:defRPr/>
            </a:pPr>
            <a:endParaRPr lang="he-IL" altLang="he-I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6667953" y="11350741"/>
            <a:ext cx="19582495" cy="18277000"/>
          </a:xfrm>
          <a:solidFill>
            <a:schemeClr val="tx1"/>
          </a:solidFill>
          <a:ln w="69850" cmpd="dbl">
            <a:solidFill>
              <a:schemeClr val="tx1"/>
            </a:solidFill>
            <a:miter lim="800000"/>
          </a:ln>
        </p:spPr>
        <p:txBody>
          <a:bodyPr vert="horz" lIns="407557" tIns="203779" rIns="407557" bIns="203779" rtlCol="0" anchor="ctr" anchorCtr="0">
            <a:normAutofit/>
          </a:bodyPr>
          <a:lstStyle>
            <a:lvl1pPr marL="0" indent="0" algn="ctr" defTabSz="4075572" rtl="0" eaLnBrk="1" latinLnBrk="0" hangingPunct="1">
              <a:spcBef>
                <a:spcPts val="1783"/>
              </a:spcBef>
              <a:buNone/>
              <a:defRPr lang="en-US" sz="8000" b="0" kern="1200" cap="none" spc="0" baseline="0" dirty="0">
                <a:solidFill>
                  <a:schemeClr val="bg1"/>
                </a:solidFill>
                <a:latin typeface="+mj-lt"/>
                <a:ea typeface="+mj-ea"/>
                <a:cs typeface="Tunga" pitchFamily="2"/>
              </a:defRPr>
            </a:lvl1pPr>
            <a:lvl2pPr marL="2037786" indent="0">
              <a:buNone/>
              <a:defRPr sz="12500"/>
            </a:lvl2pPr>
            <a:lvl3pPr marL="4075572" indent="0">
              <a:buNone/>
              <a:defRPr sz="10700"/>
            </a:lvl3pPr>
            <a:lvl4pPr marL="6113358" indent="0">
              <a:buNone/>
              <a:defRPr sz="8900"/>
            </a:lvl4pPr>
            <a:lvl5pPr marL="8151144" indent="0">
              <a:buNone/>
              <a:defRPr sz="8900"/>
            </a:lvl5pPr>
            <a:lvl6pPr marL="10188931" indent="0">
              <a:buNone/>
              <a:defRPr sz="8900"/>
            </a:lvl6pPr>
            <a:lvl7pPr marL="12226717" indent="0">
              <a:buNone/>
              <a:defRPr sz="8900"/>
            </a:lvl7pPr>
            <a:lvl8pPr marL="14264503" indent="0">
              <a:buNone/>
              <a:defRPr sz="8900"/>
            </a:lvl8pPr>
            <a:lvl9pPr marL="16302289" indent="0">
              <a:buNone/>
              <a:defRPr sz="8900"/>
            </a:lvl9pPr>
          </a:lstStyle>
          <a:p>
            <a:r>
              <a:rPr lang="en-US" smtClean="0"/>
              <a:t>Click icon to add picture</a:t>
            </a:r>
            <a:endParaRPr lang="en-US" dirty="0"/>
          </a:p>
        </p:txBody>
      </p:sp>
      <p:sp>
        <p:nvSpPr>
          <p:cNvPr id="25" name="Text Placeholder 24"/>
          <p:cNvSpPr>
            <a:spLocks noGrp="1"/>
          </p:cNvSpPr>
          <p:nvPr>
            <p:ph type="body" sz="quarter" idx="13"/>
          </p:nvPr>
        </p:nvSpPr>
        <p:spPr>
          <a:xfrm>
            <a:off x="6254496" y="30894528"/>
            <a:ext cx="20409408" cy="3072384"/>
          </a:xfrm>
        </p:spPr>
        <p:txBody>
          <a:bodyPr vert="horz" lIns="407557" tIns="0" rIns="407557" bIns="0" rtlCol="0" anchor="ctr" anchorCtr="0">
            <a:normAutofit/>
          </a:bodyPr>
          <a:lstStyle>
            <a:lvl1pPr marL="0" indent="0">
              <a:spcBef>
                <a:spcPts val="0"/>
              </a:spcBef>
              <a:buNone/>
              <a:defRPr lang="en-US" sz="6200" b="0" i="0" kern="1200" cap="none" spc="134" baseline="0" smtClean="0">
                <a:solidFill>
                  <a:schemeClr val="tx2"/>
                </a:solidFill>
                <a:latin typeface="+mn-lt"/>
                <a:ea typeface="+mn-ea"/>
                <a:cs typeface="Tahoma" pitchFamily="34" charset="0"/>
              </a:defRPr>
            </a:lvl1pPr>
            <a:lvl2pPr marL="764170" indent="7078">
              <a:buNone/>
              <a:defRPr>
                <a:solidFill>
                  <a:schemeClr val="bg2"/>
                </a:solidFill>
              </a:defRPr>
            </a:lvl2pPr>
            <a:lvl3pPr marL="1535417" indent="28303">
              <a:buNone/>
              <a:defRPr>
                <a:solidFill>
                  <a:schemeClr val="bg2"/>
                </a:solidFill>
              </a:defRPr>
            </a:lvl3pPr>
            <a:lvl4pPr marL="2299587" indent="14151">
              <a:buNone/>
              <a:defRPr>
                <a:solidFill>
                  <a:schemeClr val="bg2"/>
                </a:solidFill>
              </a:defRPr>
            </a:lvl4pPr>
            <a:lvl5pPr marL="3070830" indent="-7078">
              <a:buNone/>
              <a:defRPr>
                <a:solidFill>
                  <a:schemeClr val="bg2"/>
                </a:solidFill>
              </a:defRPr>
            </a:lvl5pPr>
          </a:lstStyle>
          <a:p>
            <a:pPr marL="0" lvl="0" indent="0" algn="ctr" defTabSz="4075572" rtl="0" eaLnBrk="1" latinLnBrk="0" hangingPunct="1">
              <a:spcBef>
                <a:spcPts val="2674"/>
              </a:spcBef>
              <a:spcAft>
                <a:spcPts val="0"/>
              </a:spcAft>
              <a:buClr>
                <a:schemeClr val="accent1"/>
              </a:buClr>
              <a:buFont typeface="Arial" pitchFamily="34" charset="0"/>
              <a:buNone/>
            </a:pPr>
            <a:r>
              <a:rPr lang="en-US" smtClean="0"/>
              <a:t>Click to edit Master text styles</a:t>
            </a:r>
          </a:p>
        </p:txBody>
      </p:sp>
      <p:sp>
        <p:nvSpPr>
          <p:cNvPr id="12" name="Title 11"/>
          <p:cNvSpPr>
            <a:spLocks noGrp="1"/>
          </p:cNvSpPr>
          <p:nvPr>
            <p:ph type="title"/>
          </p:nvPr>
        </p:nvSpPr>
        <p:spPr>
          <a:xfrm>
            <a:off x="9052560" y="5462016"/>
            <a:ext cx="14813280" cy="3925824"/>
          </a:xfrm>
        </p:spPr>
        <p:txBody>
          <a:bodyPr/>
          <a:lstStyle/>
          <a:p>
            <a:r>
              <a:rPr lang="en-US" smtClean="0"/>
              <a:t>Click to edit Master title style</a:t>
            </a:r>
            <a:endParaRPr lang="en-US"/>
          </a:p>
        </p:txBody>
      </p:sp>
      <p:sp>
        <p:nvSpPr>
          <p:cNvPr id="13" name="Date Placeholder 12"/>
          <p:cNvSpPr>
            <a:spLocks noGrp="1"/>
          </p:cNvSpPr>
          <p:nvPr>
            <p:ph type="dt" sz="half" idx="14"/>
          </p:nvPr>
        </p:nvSpPr>
        <p:spPr>
          <a:xfrm>
            <a:off x="10732770" y="1529808"/>
            <a:ext cx="11452860" cy="1635760"/>
          </a:xfrm>
        </p:spPr>
        <p:txBody>
          <a:bodyPr/>
          <a:lstStyle/>
          <a:p>
            <a:pPr>
              <a:defRPr/>
            </a:pPr>
            <a:endParaRPr lang="he-IL" altLang="he-IL"/>
          </a:p>
        </p:txBody>
      </p:sp>
      <p:sp>
        <p:nvSpPr>
          <p:cNvPr id="14" name="Slide Number Placeholder 13"/>
          <p:cNvSpPr>
            <a:spLocks noGrp="1"/>
          </p:cNvSpPr>
          <p:nvPr>
            <p:ph type="sldNum" sz="quarter" idx="15"/>
          </p:nvPr>
        </p:nvSpPr>
        <p:spPr>
          <a:xfrm>
            <a:off x="14538960" y="34564320"/>
            <a:ext cx="3840480" cy="1706880"/>
          </a:xfrm>
        </p:spPr>
        <p:txBody>
          <a:bodyPr/>
          <a:lstStyle/>
          <a:p>
            <a:pPr>
              <a:defRPr/>
            </a:pPr>
            <a:fld id="{1AC36097-1627-4E85-B988-BAC5F29A176A}" type="slidenum">
              <a:rPr lang="en-US" altLang="he-IL" smtClean="0"/>
              <a:pPr>
                <a:defRPr/>
              </a:pPr>
              <a:t>‹#›</a:t>
            </a:fld>
            <a:endParaRPr lang="en-US" altLang="he-IL"/>
          </a:p>
        </p:txBody>
      </p:sp>
      <p:sp>
        <p:nvSpPr>
          <p:cNvPr id="15" name="Footer Placeholder 14"/>
          <p:cNvSpPr>
            <a:spLocks noGrp="1"/>
          </p:cNvSpPr>
          <p:nvPr>
            <p:ph type="ftr" sz="quarter" idx="16"/>
          </p:nvPr>
        </p:nvSpPr>
        <p:spPr>
          <a:xfrm>
            <a:off x="5212080" y="36324540"/>
            <a:ext cx="22494240" cy="1635760"/>
          </a:xfrm>
        </p:spPr>
        <p:txBody>
          <a:bodyPr/>
          <a:lstStyle/>
          <a:p>
            <a:pPr>
              <a:defRPr/>
            </a:pPr>
            <a:endParaRPr lang="he-IL" altLang="he-I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he-IL" altLang="he-IL"/>
          </a:p>
        </p:txBody>
      </p:sp>
      <p:sp>
        <p:nvSpPr>
          <p:cNvPr id="5" name="Footer Placeholder 4"/>
          <p:cNvSpPr>
            <a:spLocks noGrp="1"/>
          </p:cNvSpPr>
          <p:nvPr>
            <p:ph type="ftr" sz="quarter" idx="11"/>
          </p:nvPr>
        </p:nvSpPr>
        <p:spPr/>
        <p:txBody>
          <a:bodyPr/>
          <a:lstStyle/>
          <a:p>
            <a:pPr>
              <a:defRPr/>
            </a:pPr>
            <a:endParaRPr lang="he-IL" altLang="he-IL"/>
          </a:p>
        </p:txBody>
      </p:sp>
      <p:sp>
        <p:nvSpPr>
          <p:cNvPr id="6" name="Slide Number Placeholder 5"/>
          <p:cNvSpPr>
            <a:spLocks noGrp="1"/>
          </p:cNvSpPr>
          <p:nvPr>
            <p:ph type="sldNum" sz="quarter" idx="12"/>
          </p:nvPr>
        </p:nvSpPr>
        <p:spPr/>
        <p:txBody>
          <a:bodyPr/>
          <a:lstStyle/>
          <a:p>
            <a:pPr>
              <a:defRPr/>
            </a:pPr>
            <a:fld id="{1AC36097-1627-4E85-B988-BAC5F29A176A}" type="slidenum">
              <a:rPr lang="en-US" altLang="he-IL" smtClean="0"/>
              <a:pPr>
                <a:defRPr/>
              </a:pPr>
              <a:t>‹#›</a:t>
            </a:fld>
            <a:endParaRPr lang="en-US" altLang="he-I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9" name="Straight Connector 8"/>
          <p:cNvCxnSpPr/>
          <p:nvPr/>
        </p:nvCxnSpPr>
        <p:spPr>
          <a:xfrm rot="5400000">
            <a:off x="8503920" y="19203988"/>
            <a:ext cx="38404800" cy="5717"/>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hidden">
          <a:xfrm>
            <a:off x="0" y="6"/>
            <a:ext cx="27706320" cy="384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07557" tIns="203779" rIns="407557" bIns="203779" rtlCol="0" anchor="ctr"/>
          <a:lstStyle/>
          <a:p>
            <a:pPr algn="ctr"/>
            <a:endParaRPr lang="en-US"/>
          </a:p>
        </p:txBody>
      </p:sp>
      <p:sp>
        <p:nvSpPr>
          <p:cNvPr id="3" name="Vertical Text Placeholder 2"/>
          <p:cNvSpPr>
            <a:spLocks noGrp="1"/>
          </p:cNvSpPr>
          <p:nvPr>
            <p:ph type="body" orient="vert" idx="1"/>
          </p:nvPr>
        </p:nvSpPr>
        <p:spPr>
          <a:xfrm>
            <a:off x="1645920" y="5120646"/>
            <a:ext cx="23865840" cy="281635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he-IL" altLang="he-IL"/>
          </a:p>
        </p:txBody>
      </p:sp>
      <p:sp>
        <p:nvSpPr>
          <p:cNvPr id="5" name="Footer Placeholder 4"/>
          <p:cNvSpPr>
            <a:spLocks noGrp="1"/>
          </p:cNvSpPr>
          <p:nvPr>
            <p:ph type="ftr" sz="quarter" idx="11"/>
          </p:nvPr>
        </p:nvSpPr>
        <p:spPr/>
        <p:txBody>
          <a:bodyPr/>
          <a:lstStyle/>
          <a:p>
            <a:pPr>
              <a:defRPr/>
            </a:pPr>
            <a:endParaRPr lang="he-IL" altLang="he-IL"/>
          </a:p>
        </p:txBody>
      </p:sp>
      <p:sp>
        <p:nvSpPr>
          <p:cNvPr id="6" name="Slide Number Placeholder 5"/>
          <p:cNvSpPr>
            <a:spLocks noGrp="1"/>
          </p:cNvSpPr>
          <p:nvPr>
            <p:ph type="sldNum" sz="quarter" idx="12"/>
          </p:nvPr>
        </p:nvSpPr>
        <p:spPr/>
        <p:txBody>
          <a:bodyPr/>
          <a:lstStyle/>
          <a:p>
            <a:pPr>
              <a:defRPr/>
            </a:pPr>
            <a:fld id="{1AC36097-1627-4E85-B988-BAC5F29A176A}" type="slidenum">
              <a:rPr lang="en-US" altLang="he-IL" smtClean="0"/>
              <a:pPr>
                <a:defRPr/>
              </a:pPr>
              <a:t>‹#›</a:t>
            </a:fld>
            <a:endParaRPr lang="en-US" altLang="he-IL"/>
          </a:p>
        </p:txBody>
      </p:sp>
      <p:sp>
        <p:nvSpPr>
          <p:cNvPr id="2" name="Vertical Title 1"/>
          <p:cNvSpPr>
            <a:spLocks noGrp="1"/>
          </p:cNvSpPr>
          <p:nvPr>
            <p:ph type="title" orient="vert"/>
          </p:nvPr>
        </p:nvSpPr>
        <p:spPr>
          <a:xfrm>
            <a:off x="26060400" y="5120646"/>
            <a:ext cx="3337128" cy="28163520"/>
          </a:xfrm>
        </p:spPr>
        <p:txBody>
          <a:bodyPr vert="eaVert"/>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8" name="Rectangle 7"/>
          <p:cNvSpPr/>
          <p:nvPr/>
        </p:nvSpPr>
        <p:spPr bwMode="hidden">
          <a:xfrm>
            <a:off x="0" y="7481452"/>
            <a:ext cx="32918400" cy="309233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07557" tIns="203779" rIns="407557" bIns="203779" rtlCol="0" anchor="ctr"/>
          <a:lstStyle/>
          <a:p>
            <a:pPr algn="ctr"/>
            <a:endParaRPr lang="en-US"/>
          </a:p>
        </p:txBody>
      </p:sp>
      <p:sp>
        <p:nvSpPr>
          <p:cNvPr id="3" name="Text Placeholder 2"/>
          <p:cNvSpPr>
            <a:spLocks noGrp="1"/>
          </p:cNvSpPr>
          <p:nvPr>
            <p:ph type="body" idx="1"/>
          </p:nvPr>
        </p:nvSpPr>
        <p:spPr>
          <a:xfrm>
            <a:off x="1645920" y="11308086"/>
            <a:ext cx="29626560" cy="23057104"/>
          </a:xfrm>
          <a:prstGeom prst="rect">
            <a:avLst/>
          </a:prstGeom>
        </p:spPr>
        <p:txBody>
          <a:bodyPr vert="horz" lIns="407557" tIns="203779" rIns="407557" bIns="20377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732770" y="1529808"/>
            <a:ext cx="11452860" cy="1635760"/>
          </a:xfrm>
          <a:prstGeom prst="rect">
            <a:avLst/>
          </a:prstGeom>
        </p:spPr>
        <p:txBody>
          <a:bodyPr vert="horz" lIns="407557" tIns="203779" rIns="407557" bIns="203779" rtlCol="0" anchor="ctr">
            <a:noAutofit/>
          </a:bodyPr>
          <a:lstStyle>
            <a:lvl1pPr algn="ctr">
              <a:defRPr sz="5300" b="0" cap="all" spc="1337" baseline="0">
                <a:solidFill>
                  <a:schemeClr val="tx1"/>
                </a:solidFill>
              </a:defRPr>
            </a:lvl1pPr>
          </a:lstStyle>
          <a:p>
            <a:pPr>
              <a:defRPr/>
            </a:pPr>
            <a:endParaRPr lang="he-IL" altLang="he-IL"/>
          </a:p>
        </p:txBody>
      </p:sp>
      <p:sp>
        <p:nvSpPr>
          <p:cNvPr id="5" name="Footer Placeholder 4"/>
          <p:cNvSpPr>
            <a:spLocks noGrp="1"/>
          </p:cNvSpPr>
          <p:nvPr>
            <p:ph type="ftr" sz="quarter" idx="3"/>
          </p:nvPr>
        </p:nvSpPr>
        <p:spPr>
          <a:xfrm>
            <a:off x="5212080" y="36324540"/>
            <a:ext cx="22494240" cy="1635760"/>
          </a:xfrm>
          <a:prstGeom prst="rect">
            <a:avLst/>
          </a:prstGeom>
        </p:spPr>
        <p:txBody>
          <a:bodyPr vert="horz" lIns="407557" tIns="203779" rIns="407557" bIns="203779" rtlCol="0" anchor="ctr">
            <a:normAutofit/>
          </a:bodyPr>
          <a:lstStyle>
            <a:lvl1pPr algn="ctr">
              <a:defRPr sz="4900" b="0" cap="all" spc="1337" baseline="0">
                <a:solidFill>
                  <a:schemeClr val="tx1"/>
                </a:solidFill>
              </a:defRPr>
            </a:lvl1pPr>
          </a:lstStyle>
          <a:p>
            <a:pPr>
              <a:defRPr/>
            </a:pPr>
            <a:endParaRPr lang="he-IL" altLang="he-IL"/>
          </a:p>
        </p:txBody>
      </p:sp>
      <p:sp>
        <p:nvSpPr>
          <p:cNvPr id="6" name="Slide Number Placeholder 5"/>
          <p:cNvSpPr>
            <a:spLocks noGrp="1"/>
          </p:cNvSpPr>
          <p:nvPr>
            <p:ph type="sldNum" sz="quarter" idx="4"/>
          </p:nvPr>
        </p:nvSpPr>
        <p:spPr>
          <a:xfrm>
            <a:off x="14538960" y="34564320"/>
            <a:ext cx="3840480" cy="1706880"/>
          </a:xfrm>
          <a:prstGeom prst="rect">
            <a:avLst/>
          </a:prstGeom>
          <a:ln>
            <a:noFill/>
          </a:ln>
        </p:spPr>
        <p:txBody>
          <a:bodyPr vert="horz" lIns="0" tIns="0" rIns="0" bIns="0" rtlCol="0" anchor="ctr">
            <a:normAutofit/>
          </a:bodyPr>
          <a:lstStyle>
            <a:lvl1pPr algn="ctr">
              <a:defRPr sz="5300" b="1">
                <a:solidFill>
                  <a:schemeClr val="tx1"/>
                </a:solidFill>
              </a:defRPr>
            </a:lvl1pPr>
          </a:lstStyle>
          <a:p>
            <a:pPr>
              <a:defRPr/>
            </a:pPr>
            <a:fld id="{1AC36097-1627-4E85-B988-BAC5F29A176A}" type="slidenum">
              <a:rPr lang="en-US" altLang="he-IL" smtClean="0"/>
              <a:pPr>
                <a:defRPr/>
              </a:pPr>
              <a:t>‹#›</a:t>
            </a:fld>
            <a:endParaRPr lang="en-US" altLang="he-IL"/>
          </a:p>
        </p:txBody>
      </p:sp>
      <p:cxnSp>
        <p:nvCxnSpPr>
          <p:cNvPr id="10" name="Straight Connector 9"/>
          <p:cNvCxnSpPr/>
          <p:nvPr/>
        </p:nvCxnSpPr>
        <p:spPr>
          <a:xfrm>
            <a:off x="0" y="7456042"/>
            <a:ext cx="32918400" cy="8893"/>
          </a:xfrm>
          <a:prstGeom prst="line">
            <a:avLst/>
          </a:prstGeom>
          <a:ln w="12700">
            <a:solidFill>
              <a:schemeClr val="tx2">
                <a:lumMod val="75000"/>
              </a:schemeClr>
            </a:solidFill>
          </a:ln>
          <a:effectLst/>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9052560" y="5462016"/>
            <a:ext cx="14813280" cy="3925824"/>
          </a:xfrm>
          <a:prstGeom prst="rect">
            <a:avLst/>
          </a:prstGeom>
          <a:solidFill>
            <a:schemeClr val="tx1"/>
          </a:solidFill>
          <a:ln w="76200" cmpd="thinThick">
            <a:solidFill>
              <a:schemeClr val="tx1"/>
            </a:solidFill>
            <a:miter lim="800000"/>
          </a:ln>
        </p:spPr>
        <p:txBody>
          <a:bodyPr vert="horz" lIns="407557" tIns="203779" rIns="407557" bIns="203779" rtlCol="0" anchor="ctr" anchorCtr="0">
            <a:normAutofit/>
          </a:bodyPr>
          <a:lstStyle/>
          <a:p>
            <a:r>
              <a:rPr lang="en-US" smtClean="0"/>
              <a:t>Click to edit Master title style</a:t>
            </a:r>
            <a:endParaRPr lang="en-US" dirty="0"/>
          </a:p>
        </p:txBody>
      </p:sp>
    </p:spTree>
  </p:cSld>
  <p:clrMap bg1="dk1" tx1="lt1" bg2="dk2" tx2="lt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ctr" defTabSz="4075572" rtl="1" eaLnBrk="1" latinLnBrk="0" hangingPunct="1">
        <a:spcBef>
          <a:spcPts val="1783"/>
        </a:spcBef>
        <a:buNone/>
        <a:defRPr sz="8000" b="1" kern="1200" cap="all" spc="0" baseline="0">
          <a:solidFill>
            <a:schemeClr val="bg1">
              <a:lumMod val="75000"/>
              <a:lumOff val="25000"/>
            </a:schemeClr>
          </a:solidFill>
          <a:effectLst/>
          <a:latin typeface="+mj-lt"/>
          <a:ea typeface="+mj-ea"/>
          <a:cs typeface="Tunga" pitchFamily="2"/>
        </a:defRPr>
      </a:lvl1pPr>
    </p:titleStyle>
    <p:bodyStyle>
      <a:lvl1pPr marL="0" indent="0" algn="r" defTabSz="4075572" rtl="1" eaLnBrk="1" latinLnBrk="0" hangingPunct="1">
        <a:lnSpc>
          <a:spcPct val="100000"/>
        </a:lnSpc>
        <a:spcBef>
          <a:spcPts val="2674"/>
        </a:spcBef>
        <a:spcAft>
          <a:spcPts val="0"/>
        </a:spcAft>
        <a:buClr>
          <a:schemeClr val="accent1"/>
        </a:buClr>
        <a:buFontTx/>
        <a:buNone/>
        <a:defRPr sz="8900" b="0" i="0" kern="1200" cap="none" spc="134" baseline="0">
          <a:solidFill>
            <a:schemeClr val="tx1"/>
          </a:solidFill>
          <a:latin typeface="+mn-lt"/>
          <a:ea typeface="+mn-ea"/>
          <a:cs typeface="Tahoma" pitchFamily="34" charset="0"/>
        </a:defRPr>
      </a:lvl1pPr>
      <a:lvl2pPr marL="0" indent="0" algn="r" defTabSz="4075572" rtl="1" eaLnBrk="1" latinLnBrk="0" hangingPunct="1">
        <a:lnSpc>
          <a:spcPct val="100000"/>
        </a:lnSpc>
        <a:spcBef>
          <a:spcPts val="5349"/>
        </a:spcBef>
        <a:buClr>
          <a:schemeClr val="accent1"/>
        </a:buClr>
        <a:buFontTx/>
        <a:buNone/>
        <a:defRPr sz="8000" kern="1200">
          <a:solidFill>
            <a:schemeClr val="tx2"/>
          </a:solidFill>
          <a:latin typeface="+mn-lt"/>
          <a:ea typeface="+mn-ea"/>
          <a:cs typeface="Tahoma" pitchFamily="34" charset="0"/>
        </a:defRPr>
      </a:lvl2pPr>
      <a:lvl3pPr marL="0" indent="0" algn="r" defTabSz="4075572" rtl="1" eaLnBrk="1" latinLnBrk="0" hangingPunct="1">
        <a:lnSpc>
          <a:spcPct val="100000"/>
        </a:lnSpc>
        <a:spcBef>
          <a:spcPts val="5349"/>
        </a:spcBef>
        <a:buClr>
          <a:schemeClr val="accent1"/>
        </a:buClr>
        <a:buFontTx/>
        <a:buNone/>
        <a:defRPr sz="7100" kern="1200">
          <a:solidFill>
            <a:schemeClr val="tx1"/>
          </a:solidFill>
          <a:latin typeface="+mn-lt"/>
          <a:ea typeface="+mn-ea"/>
          <a:cs typeface="Tahoma" pitchFamily="34" charset="0"/>
        </a:defRPr>
      </a:lvl3pPr>
      <a:lvl4pPr marL="0" indent="0" algn="r" defTabSz="4075572" rtl="1" eaLnBrk="1" latinLnBrk="0" hangingPunct="1">
        <a:lnSpc>
          <a:spcPct val="100000"/>
        </a:lnSpc>
        <a:spcBef>
          <a:spcPts val="5349"/>
        </a:spcBef>
        <a:buClr>
          <a:schemeClr val="accent1"/>
        </a:buClr>
        <a:buFontTx/>
        <a:buNone/>
        <a:defRPr sz="6200" kern="1200">
          <a:solidFill>
            <a:schemeClr val="tx2"/>
          </a:solidFill>
          <a:latin typeface="+mn-lt"/>
          <a:ea typeface="+mn-ea"/>
          <a:cs typeface="Tahoma" pitchFamily="34" charset="0"/>
        </a:defRPr>
      </a:lvl4pPr>
      <a:lvl5pPr marL="0" indent="0" algn="r" defTabSz="4075572" rtl="1" eaLnBrk="1" latinLnBrk="0" hangingPunct="1">
        <a:lnSpc>
          <a:spcPct val="100000"/>
        </a:lnSpc>
        <a:spcBef>
          <a:spcPts val="5349"/>
        </a:spcBef>
        <a:buClr>
          <a:schemeClr val="accent1"/>
        </a:buClr>
        <a:buFontTx/>
        <a:buNone/>
        <a:defRPr sz="6200" kern="1200" baseline="0">
          <a:solidFill>
            <a:schemeClr val="tx1"/>
          </a:solidFill>
          <a:latin typeface="+mn-lt"/>
          <a:ea typeface="+mn-ea"/>
          <a:cs typeface="Tahoma" pitchFamily="34" charset="0"/>
        </a:defRPr>
      </a:lvl5pPr>
      <a:lvl6pPr marL="0" indent="0" algn="r" defTabSz="4075572" rtl="1" eaLnBrk="1" latinLnBrk="0" hangingPunct="1">
        <a:lnSpc>
          <a:spcPct val="100000"/>
        </a:lnSpc>
        <a:spcBef>
          <a:spcPts val="5349"/>
        </a:spcBef>
        <a:buFont typeface="Arial" pitchFamily="34" charset="0"/>
        <a:buNone/>
        <a:defRPr sz="6200" kern="1200">
          <a:solidFill>
            <a:schemeClr val="tx2"/>
          </a:solidFill>
          <a:latin typeface="+mn-lt"/>
          <a:ea typeface="+mn-ea"/>
          <a:cs typeface="+mn-cs"/>
        </a:defRPr>
      </a:lvl6pPr>
      <a:lvl7pPr marL="0" indent="0" algn="r" defTabSz="4075572" rtl="1" eaLnBrk="1" latinLnBrk="0" hangingPunct="1">
        <a:lnSpc>
          <a:spcPct val="100000"/>
        </a:lnSpc>
        <a:spcBef>
          <a:spcPts val="5349"/>
        </a:spcBef>
        <a:buFont typeface="Arial" pitchFamily="34" charset="0"/>
        <a:buNone/>
        <a:defRPr sz="6200" kern="1200">
          <a:solidFill>
            <a:schemeClr val="tx1"/>
          </a:solidFill>
          <a:latin typeface="+mn-lt"/>
          <a:ea typeface="+mn-ea"/>
          <a:cs typeface="+mn-cs"/>
        </a:defRPr>
      </a:lvl7pPr>
      <a:lvl8pPr marL="0" indent="0" algn="r" defTabSz="4075572" rtl="1" eaLnBrk="1" latinLnBrk="0" hangingPunct="1">
        <a:lnSpc>
          <a:spcPct val="100000"/>
        </a:lnSpc>
        <a:spcBef>
          <a:spcPts val="5349"/>
        </a:spcBef>
        <a:buFont typeface="Arial" pitchFamily="34" charset="0"/>
        <a:buNone/>
        <a:defRPr sz="6200" kern="1200">
          <a:solidFill>
            <a:schemeClr val="tx2"/>
          </a:solidFill>
          <a:latin typeface="+mn-lt"/>
          <a:ea typeface="+mn-ea"/>
          <a:cs typeface="+mn-cs"/>
        </a:defRPr>
      </a:lvl8pPr>
      <a:lvl9pPr marL="0" indent="0" algn="r" defTabSz="4075572" rtl="1" eaLnBrk="1" latinLnBrk="0" hangingPunct="1">
        <a:lnSpc>
          <a:spcPct val="100000"/>
        </a:lnSpc>
        <a:spcBef>
          <a:spcPts val="5349"/>
        </a:spcBef>
        <a:buFont typeface="Arial" pitchFamily="34" charset="0"/>
        <a:buNone/>
        <a:defRPr sz="6200" kern="1200">
          <a:solidFill>
            <a:schemeClr val="tx1"/>
          </a:solidFill>
          <a:latin typeface="+mn-lt"/>
          <a:ea typeface="+mn-ea"/>
          <a:cs typeface="+mn-cs"/>
        </a:defRPr>
      </a:lvl9pPr>
    </p:bodyStyle>
    <p:otherStyle>
      <a:defPPr>
        <a:defRPr lang="en-US"/>
      </a:defPPr>
      <a:lvl1pPr marL="0" algn="r" defTabSz="4075572" rtl="1" eaLnBrk="1" latinLnBrk="0" hangingPunct="1">
        <a:defRPr sz="8000" kern="1200">
          <a:solidFill>
            <a:schemeClr val="tx1"/>
          </a:solidFill>
          <a:latin typeface="+mn-lt"/>
          <a:ea typeface="+mn-ea"/>
          <a:cs typeface="+mn-cs"/>
        </a:defRPr>
      </a:lvl1pPr>
      <a:lvl2pPr marL="2037786" algn="r" defTabSz="4075572" rtl="1" eaLnBrk="1" latinLnBrk="0" hangingPunct="1">
        <a:defRPr sz="8000" kern="1200">
          <a:solidFill>
            <a:schemeClr val="tx1"/>
          </a:solidFill>
          <a:latin typeface="+mn-lt"/>
          <a:ea typeface="+mn-ea"/>
          <a:cs typeface="+mn-cs"/>
        </a:defRPr>
      </a:lvl2pPr>
      <a:lvl3pPr marL="4075572" algn="r" defTabSz="4075572" rtl="1" eaLnBrk="1" latinLnBrk="0" hangingPunct="1">
        <a:defRPr sz="8000" kern="1200">
          <a:solidFill>
            <a:schemeClr val="tx1"/>
          </a:solidFill>
          <a:latin typeface="+mn-lt"/>
          <a:ea typeface="+mn-ea"/>
          <a:cs typeface="+mn-cs"/>
        </a:defRPr>
      </a:lvl3pPr>
      <a:lvl4pPr marL="6113358" algn="r" defTabSz="4075572" rtl="1" eaLnBrk="1" latinLnBrk="0" hangingPunct="1">
        <a:defRPr sz="8000" kern="1200">
          <a:solidFill>
            <a:schemeClr val="tx1"/>
          </a:solidFill>
          <a:latin typeface="+mn-lt"/>
          <a:ea typeface="+mn-ea"/>
          <a:cs typeface="+mn-cs"/>
        </a:defRPr>
      </a:lvl4pPr>
      <a:lvl5pPr marL="8151144" algn="r" defTabSz="4075572" rtl="1" eaLnBrk="1" latinLnBrk="0" hangingPunct="1">
        <a:defRPr sz="8000" kern="1200">
          <a:solidFill>
            <a:schemeClr val="tx1"/>
          </a:solidFill>
          <a:latin typeface="+mn-lt"/>
          <a:ea typeface="+mn-ea"/>
          <a:cs typeface="+mn-cs"/>
        </a:defRPr>
      </a:lvl5pPr>
      <a:lvl6pPr marL="10188931" algn="r" defTabSz="4075572" rtl="1" eaLnBrk="1" latinLnBrk="0" hangingPunct="1">
        <a:defRPr sz="8000" kern="1200">
          <a:solidFill>
            <a:schemeClr val="tx1"/>
          </a:solidFill>
          <a:latin typeface="+mn-lt"/>
          <a:ea typeface="+mn-ea"/>
          <a:cs typeface="+mn-cs"/>
        </a:defRPr>
      </a:lvl6pPr>
      <a:lvl7pPr marL="12226717" algn="r" defTabSz="4075572" rtl="1" eaLnBrk="1" latinLnBrk="0" hangingPunct="1">
        <a:defRPr sz="8000" kern="1200">
          <a:solidFill>
            <a:schemeClr val="tx1"/>
          </a:solidFill>
          <a:latin typeface="+mn-lt"/>
          <a:ea typeface="+mn-ea"/>
          <a:cs typeface="+mn-cs"/>
        </a:defRPr>
      </a:lvl7pPr>
      <a:lvl8pPr marL="14264503" algn="r" defTabSz="4075572" rtl="1" eaLnBrk="1" latinLnBrk="0" hangingPunct="1">
        <a:defRPr sz="8000" kern="1200">
          <a:solidFill>
            <a:schemeClr val="tx1"/>
          </a:solidFill>
          <a:latin typeface="+mn-lt"/>
          <a:ea typeface="+mn-ea"/>
          <a:cs typeface="+mn-cs"/>
        </a:defRPr>
      </a:lvl8pPr>
      <a:lvl9pPr marL="16302289" algn="r" defTabSz="4075572" rtl="1" eaLnBrk="1" latinLnBrk="0" hangingPunct="1">
        <a:defRPr sz="8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3">
            <a:extLst>
              <a:ext uri="{BEBA8EAE-BF5A-486C-A8C5-ECC9F3942E4B}">
                <a14:imgProps xmlns:a14="http://schemas.microsoft.com/office/drawing/2010/main">
                  <a14:imgLayer r:embed="rId4">
                    <a14:imgEffect>
                      <a14:backgroundRemoval t="6765" b="90000" l="882" r="100000">
                        <a14:foregroundMark x1="7059" y1="15000" x2="60294" y2="11176"/>
                        <a14:foregroundMark x1="5000" y1="24118" x2="5000" y2="24118"/>
                        <a14:foregroundMark x1="73235" y1="64118" x2="73235" y2="64118"/>
                        <a14:foregroundMark x1="43824" y1="72353" x2="43824" y2="72353"/>
                        <a14:foregroundMark x1="21176" y1="70588" x2="21176" y2="70588"/>
                        <a14:foregroundMark x1="10294" y1="53235" x2="12647" y2="28529"/>
                        <a14:foregroundMark x1="4412" y1="23824" x2="20882" y2="70000"/>
                        <a14:foregroundMark x1="20882" y1="70000" x2="43824" y2="72059"/>
                        <a14:foregroundMark x1="43824" y1="72059" x2="72647" y2="64118"/>
                        <a14:foregroundMark x1="72647" y1="64118" x2="60000" y2="9706"/>
                        <a14:foregroundMark x1="53824" y1="19706" x2="27059" y2="41471"/>
                        <a14:foregroundMark x1="19706" y1="21765" x2="53529" y2="52941"/>
                        <a14:foregroundMark x1="34412" y1="56471" x2="67941" y2="46176"/>
                        <a14:foregroundMark x1="49412" y1="43235" x2="27941" y2="64118"/>
                        <a14:foregroundMark x1="56471" y1="38529" x2="50882" y2="47059"/>
                        <a14:foregroundMark x1="54118" y1="37059" x2="51176" y2="47059"/>
                        <a14:foregroundMark x1="56471" y1="25588" x2="55882" y2="35000"/>
                        <a14:foregroundMark x1="56765" y1="19412" x2="58824" y2="31765"/>
                        <a14:foregroundMark x1="22647" y1="21471" x2="3824" y2="40294"/>
                        <a14:foregroundMark x1="7941" y1="54118" x2="6471" y2="86471"/>
                        <a14:foregroundMark x1="3529" y1="52647" x2="9706" y2="82353"/>
                        <a14:foregroundMark x1="4118" y1="87353" x2="95588" y2="86471"/>
                        <a14:foregroundMark x1="2647" y1="83824" x2="2647" y2="89118"/>
                        <a14:foregroundMark x1="2647" y1="89118" x2="97059" y2="87941"/>
                        <a14:foregroundMark x1="96176" y1="89412" x2="96765" y2="10000"/>
                        <a14:foregroundMark x1="2353" y1="10000" x2="88824" y2="9706"/>
                        <a14:foregroundMark x1="69412" y1="8824" x2="89412" y2="6765"/>
                        <a14:foregroundMark x1="92941" y1="8235" x2="79412" y2="50588"/>
                        <a14:foregroundMark x1="71176" y1="14706" x2="87059" y2="62647"/>
                        <a14:foregroundMark x1="93235" y1="56471" x2="63529" y2="82059"/>
                        <a14:foregroundMark x1="72647" y1="27059" x2="54118" y2="67353"/>
                      </a14:backgroundRemoval>
                    </a14:imgEffect>
                    <a14:imgEffect>
                      <a14:artisticPlasticWrap/>
                    </a14:imgEffect>
                    <a14:imgEffect>
                      <a14:colorTemperature colorTemp="5900"/>
                    </a14:imgEffect>
                  </a14:imgLayer>
                </a14:imgProps>
              </a:ext>
              <a:ext uri="{28A0092B-C50C-407E-A947-70E740481C1C}">
                <a14:useLocalDpi xmlns:a14="http://schemas.microsoft.com/office/drawing/2010/main" val="0"/>
              </a:ext>
            </a:extLst>
          </a:blip>
          <a:srcRect t="7555" b="10299"/>
          <a:stretch/>
        </p:blipFill>
        <p:spPr>
          <a:xfrm>
            <a:off x="-190501" y="8"/>
            <a:ext cx="33299401" cy="38404792"/>
          </a:xfrm>
          <a:prstGeom prst="rect">
            <a:avLst/>
          </a:prstGeom>
          <a:ln>
            <a:noFill/>
          </a:ln>
          <a:effectLst>
            <a:outerShdw blurRad="190500" algn="tl" rotWithShape="0">
              <a:srgbClr val="000000">
                <a:alpha val="70000"/>
              </a:srgbClr>
            </a:outerShdw>
          </a:effectLst>
        </p:spPr>
      </p:pic>
      <p:sp>
        <p:nvSpPr>
          <p:cNvPr id="2050" name="Rectangle 10"/>
          <p:cNvSpPr>
            <a:spLocks noChangeArrowheads="1"/>
          </p:cNvSpPr>
          <p:nvPr/>
        </p:nvSpPr>
        <p:spPr bwMode="auto">
          <a:xfrm>
            <a:off x="0" y="2438397"/>
            <a:ext cx="32918400" cy="1447802"/>
          </a:xfrm>
          <a:prstGeom prst="rect">
            <a:avLst/>
          </a:prstGeom>
          <a:noFill/>
          <a:ln w="9525">
            <a:noFill/>
            <a:miter lim="800000"/>
            <a:headEnd/>
            <a:tailEnd/>
          </a:ln>
        </p:spPr>
        <p:txBody>
          <a:bodyPr lIns="-30509" tIns="199379" rIns="-30509" bIns="199379" anchor="ctr"/>
          <a:lstStyle/>
          <a:p>
            <a:pPr algn="ctr" defTabSz="3320829" rtl="1"/>
            <a:r>
              <a:rPr lang="he-IL" altLang="he-IL" sz="7200" b="1" dirty="0">
                <a:latin typeface="Arial" pitchFamily="34" charset="0"/>
                <a:cs typeface="Arial" pitchFamily="34" charset="0"/>
              </a:rPr>
              <a:t> </a:t>
            </a:r>
            <a:r>
              <a:rPr lang="he-IL" altLang="he-IL" sz="7200" b="1" dirty="0">
                <a:latin typeface="Arial" pitchFamily="34" charset="0"/>
                <a:cs typeface="Arial" pitchFamily="34" charset="0"/>
              </a:rPr>
              <a:t>סטודנט </a:t>
            </a:r>
            <a:r>
              <a:rPr lang="he-IL" altLang="en-US" sz="7200" b="1" dirty="0">
                <a:latin typeface="Arial" pitchFamily="34" charset="0"/>
                <a:cs typeface="Arial" pitchFamily="34" charset="0"/>
              </a:rPr>
              <a:t>שנה</a:t>
            </a:r>
            <a:r>
              <a:rPr lang="he-IL" altLang="en-US" sz="7200" b="1" dirty="0">
                <a:latin typeface="Arial" pitchFamily="34" charset="0"/>
                <a:cs typeface="Arial" pitchFamily="34" charset="0"/>
              </a:rPr>
              <a:t>''ל תשע'</a:t>
            </a:r>
            <a:r>
              <a:rPr lang="he-IL" altLang="en-US" sz="7200" b="1" dirty="0">
                <a:latin typeface="Arial" pitchFamily="34" charset="0"/>
                <a:cs typeface="Arial" pitchFamily="34" charset="0"/>
              </a:rPr>
              <a:t>'ט </a:t>
            </a:r>
            <a:r>
              <a:rPr lang="he-IL" altLang="en-US" sz="7200" b="1" dirty="0">
                <a:latin typeface="Arial" pitchFamily="34" charset="0"/>
                <a:cs typeface="Arial" pitchFamily="34" charset="0"/>
              </a:rPr>
              <a:t>סמסטר</a:t>
            </a:r>
            <a:r>
              <a:rPr lang="he-IL" altLang="he-IL" sz="7200" b="1" dirty="0">
                <a:latin typeface="Arial" pitchFamily="34" charset="0"/>
                <a:cs typeface="Arial" pitchFamily="34" charset="0"/>
              </a:rPr>
              <a:t> </a:t>
            </a:r>
            <a:r>
              <a:rPr lang="he-IL" altLang="he-IL" sz="7200" b="1" dirty="0">
                <a:latin typeface="Arial" pitchFamily="34" charset="0"/>
                <a:cs typeface="Arial" pitchFamily="34" charset="0"/>
              </a:rPr>
              <a:t>א':</a:t>
            </a:r>
            <a:r>
              <a:rPr lang="he-IL" altLang="en-US" sz="7200" b="1" dirty="0">
                <a:solidFill>
                  <a:srgbClr val="000000"/>
                </a:solidFill>
                <a:latin typeface="Arial" pitchFamily="34" charset="0"/>
                <a:cs typeface="Arial" pitchFamily="34" charset="0"/>
              </a:rPr>
              <a:t>   </a:t>
            </a:r>
            <a:r>
              <a:rPr lang="he-IL" altLang="en-US" sz="7200" b="1" dirty="0">
                <a:solidFill>
                  <a:srgbClr val="FFFF00"/>
                </a:solidFill>
                <a:latin typeface="Arial" pitchFamily="34" charset="0"/>
                <a:cs typeface="Arial" pitchFamily="34" charset="0"/>
              </a:rPr>
              <a:t>רמי </a:t>
            </a:r>
            <a:r>
              <a:rPr lang="he-IL" altLang="en-US" sz="7200" b="1" dirty="0" smtClean="0">
                <a:solidFill>
                  <a:srgbClr val="FFFF00"/>
                </a:solidFill>
                <a:latin typeface="Arial" pitchFamily="34" charset="0"/>
                <a:cs typeface="Arial" pitchFamily="34" charset="0"/>
              </a:rPr>
              <a:t>נורלייב   </a:t>
            </a:r>
            <a:r>
              <a:rPr lang="he-IL" altLang="he-IL" sz="7200" b="1" dirty="0" smtClean="0">
                <a:latin typeface="Arial" pitchFamily="34" charset="0"/>
                <a:cs typeface="Arial" pitchFamily="34" charset="0"/>
              </a:rPr>
              <a:t>מרצה</a:t>
            </a:r>
            <a:r>
              <a:rPr lang="he-IL" altLang="he-IL" sz="7200" b="1" dirty="0">
                <a:latin typeface="Arial" pitchFamily="34" charset="0"/>
                <a:cs typeface="Arial" pitchFamily="34" charset="0"/>
              </a:rPr>
              <a:t>: יונתן רובין</a:t>
            </a:r>
            <a:endParaRPr lang="he-IL" altLang="he-IL" sz="7200" b="1" dirty="0">
              <a:latin typeface="Arial" pitchFamily="34" charset="0"/>
              <a:cs typeface="Arial" pitchFamily="34" charset="0"/>
            </a:endParaRPr>
          </a:p>
        </p:txBody>
      </p:sp>
      <p:sp>
        <p:nvSpPr>
          <p:cNvPr id="2051" name="Line 112"/>
          <p:cNvSpPr>
            <a:spLocks noChangeShapeType="1"/>
          </p:cNvSpPr>
          <p:nvPr/>
        </p:nvSpPr>
        <p:spPr bwMode="auto">
          <a:xfrm>
            <a:off x="0" y="4038602"/>
            <a:ext cx="32918400" cy="0"/>
          </a:xfrm>
          <a:prstGeom prst="line">
            <a:avLst/>
          </a:prstGeom>
          <a:noFill/>
          <a:ln w="152400">
            <a:solidFill>
              <a:schemeClr val="tx1"/>
            </a:solidFill>
            <a:round/>
            <a:headEnd/>
            <a:tailEnd/>
          </a:ln>
        </p:spPr>
        <p:txBody>
          <a:bodyPr wrap="none" lIns="91388" tIns="45694" rIns="91388" bIns="45694" anchor="ctr"/>
          <a:lstStyle/>
          <a:p>
            <a:endParaRPr lang="he-IL"/>
          </a:p>
        </p:txBody>
      </p:sp>
      <p:sp>
        <p:nvSpPr>
          <p:cNvPr id="2054" name="Text Box 96"/>
          <p:cNvSpPr txBox="1">
            <a:spLocks noChangeArrowheads="1"/>
          </p:cNvSpPr>
          <p:nvPr/>
        </p:nvSpPr>
        <p:spPr bwMode="auto">
          <a:xfrm>
            <a:off x="16754159" y="5811109"/>
            <a:ext cx="15773400" cy="4247264"/>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lIns="91388" tIns="45694" rIns="91388" bIns="45694">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marL="0" indent="0" algn="r" rtl="1">
              <a:spcBef>
                <a:spcPts val="0"/>
              </a:spcBef>
              <a:buClr>
                <a:schemeClr val="dk1"/>
              </a:buClr>
              <a:buSzPct val="25000"/>
              <a:defRPr/>
            </a:pPr>
            <a:r>
              <a:rPr lang="he-IL" sz="4500" b="1" dirty="0">
                <a:solidFill>
                  <a:srgbClr val="0070C0"/>
                </a:solidFill>
                <a:latin typeface="Arial" pitchFamily="34" charset="0"/>
                <a:cs typeface="Arial" pitchFamily="34" charset="0"/>
              </a:rPr>
              <a:t>הסביבה: </a:t>
            </a:r>
            <a:r>
              <a:rPr lang="he-IL" sz="4500" b="1" dirty="0" smtClean="0">
                <a:solidFill>
                  <a:srgbClr val="0070C0"/>
                </a:solidFill>
                <a:latin typeface="Arial" pitchFamily="34" charset="0"/>
                <a:cs typeface="Arial" pitchFamily="34" charset="0"/>
              </a:rPr>
              <a:t> </a:t>
            </a:r>
            <a:r>
              <a:rPr lang="en-US" sz="4500" b="1" dirty="0" err="1" smtClean="0">
                <a:solidFill>
                  <a:schemeClr val="bg1"/>
                </a:solidFill>
                <a:latin typeface="Arial" pitchFamily="34" charset="0"/>
                <a:cs typeface="Arial" pitchFamily="34" charset="0"/>
              </a:rPr>
              <a:t>jupyter</a:t>
            </a:r>
            <a:r>
              <a:rPr lang="en-US" sz="4500" b="1" dirty="0" smtClean="0">
                <a:solidFill>
                  <a:schemeClr val="bg1"/>
                </a:solidFill>
                <a:latin typeface="Arial" pitchFamily="34" charset="0"/>
                <a:cs typeface="Arial" pitchFamily="34" charset="0"/>
              </a:rPr>
              <a:t> </a:t>
            </a:r>
            <a:r>
              <a:rPr lang="en-US" sz="4500" b="1" dirty="0">
                <a:solidFill>
                  <a:schemeClr val="bg1"/>
                </a:solidFill>
                <a:latin typeface="Arial" pitchFamily="34" charset="0"/>
                <a:cs typeface="Arial" pitchFamily="34" charset="0"/>
              </a:rPr>
              <a:t>notebook</a:t>
            </a:r>
            <a:r>
              <a:rPr lang="he-IL" sz="4500" dirty="0">
                <a:solidFill>
                  <a:schemeClr val="bg1"/>
                </a:solidFill>
                <a:latin typeface="Arial" pitchFamily="34" charset="0"/>
                <a:cs typeface="Arial" pitchFamily="34" charset="0"/>
              </a:rPr>
              <a:t>. </a:t>
            </a:r>
          </a:p>
          <a:p>
            <a:pPr marL="0" indent="0" algn="r" rtl="1">
              <a:spcBef>
                <a:spcPts val="0"/>
              </a:spcBef>
              <a:buClr>
                <a:schemeClr val="dk1"/>
              </a:buClr>
              <a:buSzPct val="25000"/>
              <a:defRPr/>
            </a:pPr>
            <a:r>
              <a:rPr lang="he-IL" sz="4500" b="1" dirty="0">
                <a:solidFill>
                  <a:srgbClr val="0070C0"/>
                </a:solidFill>
                <a:latin typeface="Arial" pitchFamily="34" charset="0"/>
                <a:cs typeface="Arial" pitchFamily="34" charset="0"/>
              </a:rPr>
              <a:t>השפה: </a:t>
            </a:r>
            <a:r>
              <a:rPr lang="he-IL" sz="4500" dirty="0">
                <a:solidFill>
                  <a:srgbClr val="0070C0"/>
                </a:solidFill>
                <a:latin typeface="Arial" pitchFamily="34" charset="0"/>
                <a:cs typeface="Arial" pitchFamily="34" charset="0"/>
              </a:rPr>
              <a:t> </a:t>
            </a:r>
            <a:r>
              <a:rPr lang="en-US" sz="4500" dirty="0">
                <a:solidFill>
                  <a:schemeClr val="bg1"/>
                </a:solidFill>
                <a:latin typeface="Arial" pitchFamily="34" charset="0"/>
                <a:cs typeface="Arial" pitchFamily="34" charset="0"/>
              </a:rPr>
              <a:t>Python</a:t>
            </a:r>
            <a:r>
              <a:rPr lang="he-IL" sz="4500" dirty="0">
                <a:solidFill>
                  <a:srgbClr val="0070C0"/>
                </a:solidFill>
                <a:latin typeface="Arial" pitchFamily="34" charset="0"/>
                <a:cs typeface="Arial" pitchFamily="34" charset="0"/>
              </a:rPr>
              <a:t>.</a:t>
            </a:r>
          </a:p>
          <a:p>
            <a:pPr marL="0" indent="0" algn="r" rtl="1">
              <a:spcBef>
                <a:spcPts val="0"/>
              </a:spcBef>
              <a:buClr>
                <a:schemeClr val="dk1"/>
              </a:buClr>
              <a:buSzPct val="25000"/>
              <a:defRPr/>
            </a:pPr>
            <a:r>
              <a:rPr lang="he-IL" sz="4500" b="1" dirty="0">
                <a:solidFill>
                  <a:srgbClr val="0070C0"/>
                </a:solidFill>
                <a:latin typeface="Arial" pitchFamily="34" charset="0"/>
                <a:cs typeface="Arial" pitchFamily="34" charset="0"/>
              </a:rPr>
              <a:t>המטרה: </a:t>
            </a:r>
            <a:r>
              <a:rPr lang="he-IL" sz="4500" b="1" dirty="0" smtClean="0">
                <a:solidFill>
                  <a:srgbClr val="0070C0"/>
                </a:solidFill>
                <a:latin typeface="Arial" pitchFamily="34" charset="0"/>
                <a:cs typeface="Arial" pitchFamily="34" charset="0"/>
              </a:rPr>
              <a:t> </a:t>
            </a:r>
            <a:r>
              <a:rPr lang="he-IL" sz="4500" dirty="0" smtClean="0">
                <a:solidFill>
                  <a:schemeClr val="bg1"/>
                </a:solidFill>
                <a:latin typeface="Arial" pitchFamily="34" charset="0"/>
                <a:cs typeface="Arial" pitchFamily="34" charset="0"/>
              </a:rPr>
              <a:t>ליצור מסווג שיאפשר זיהוי </a:t>
            </a:r>
            <a:r>
              <a:rPr lang="he-IL" sz="4500" dirty="0">
                <a:solidFill>
                  <a:schemeClr val="bg1"/>
                </a:solidFill>
                <a:latin typeface="Arial" pitchFamily="34" charset="0"/>
                <a:cs typeface="Arial" pitchFamily="34" charset="0"/>
              </a:rPr>
              <a:t>ספרות בכתב יד בעזרת </a:t>
            </a:r>
            <a:r>
              <a:rPr lang="en-US" sz="4500" dirty="0">
                <a:solidFill>
                  <a:schemeClr val="bg1"/>
                </a:solidFill>
                <a:latin typeface="Arial" pitchFamily="34" charset="0"/>
                <a:cs typeface="Arial" pitchFamily="34" charset="0"/>
              </a:rPr>
              <a:t> </a:t>
            </a:r>
            <a:r>
              <a:rPr lang="he-IL" sz="4500" dirty="0">
                <a:solidFill>
                  <a:schemeClr val="bg1"/>
                </a:solidFill>
                <a:latin typeface="Arial" pitchFamily="34" charset="0"/>
                <a:cs typeface="Arial" pitchFamily="34" charset="0"/>
              </a:rPr>
              <a:t>אלגוריתמים של למידת מכונה ומאגר נתונים </a:t>
            </a:r>
            <a:r>
              <a:rPr lang="en-US" sz="4500" dirty="0">
                <a:solidFill>
                  <a:schemeClr val="bg1"/>
                </a:solidFill>
                <a:latin typeface="Arial" pitchFamily="34" charset="0"/>
                <a:cs typeface="Arial" pitchFamily="34" charset="0"/>
              </a:rPr>
              <a:t>Database MNIST</a:t>
            </a:r>
            <a:r>
              <a:rPr lang="he-IL" sz="4500" dirty="0">
                <a:solidFill>
                  <a:schemeClr val="bg1"/>
                </a:solidFill>
                <a:latin typeface="Arial" pitchFamily="34" charset="0"/>
                <a:cs typeface="Arial" pitchFamily="34" charset="0"/>
              </a:rPr>
              <a:t>.</a:t>
            </a:r>
          </a:p>
          <a:p>
            <a:pPr marL="0" indent="0" algn="r" rtl="1">
              <a:spcBef>
                <a:spcPts val="0"/>
              </a:spcBef>
              <a:buClr>
                <a:schemeClr val="dk1"/>
              </a:buClr>
              <a:buSzPct val="25000"/>
              <a:defRPr/>
            </a:pPr>
            <a:r>
              <a:rPr lang="he-IL" sz="4500" dirty="0">
                <a:solidFill>
                  <a:schemeClr val="bg1"/>
                </a:solidFill>
                <a:latin typeface="Arial" pitchFamily="34" charset="0"/>
                <a:cs typeface="Arial" pitchFamily="34" charset="0"/>
              </a:rPr>
              <a:t>כך שכאשר המכונה תקבל תמונה של מספר כלשהו הכתוב בכתב יד ,באותם </a:t>
            </a:r>
            <a:r>
              <a:rPr lang="he-IL" sz="4500" dirty="0" smtClean="0">
                <a:solidFill>
                  <a:schemeClr val="bg1"/>
                </a:solidFill>
                <a:latin typeface="Arial" pitchFamily="34" charset="0"/>
                <a:cs typeface="Arial" pitchFamily="34" charset="0"/>
              </a:rPr>
              <a:t>מימדים, </a:t>
            </a:r>
            <a:r>
              <a:rPr lang="he-IL" sz="4500" dirty="0">
                <a:solidFill>
                  <a:schemeClr val="bg1"/>
                </a:solidFill>
                <a:latin typeface="Arial" pitchFamily="34" charset="0"/>
                <a:cs typeface="Arial" pitchFamily="34" charset="0"/>
              </a:rPr>
              <a:t>היא תדע לסווג אותו כספרה המוצגת בתמונה.</a:t>
            </a:r>
          </a:p>
        </p:txBody>
      </p:sp>
      <p:sp>
        <p:nvSpPr>
          <p:cNvPr id="2053" name="Rectangle 107"/>
          <p:cNvSpPr>
            <a:spLocks noChangeArrowheads="1"/>
          </p:cNvSpPr>
          <p:nvPr/>
        </p:nvSpPr>
        <p:spPr bwMode="auto">
          <a:xfrm>
            <a:off x="0" y="8"/>
            <a:ext cx="32918400" cy="2389190"/>
          </a:xfrm>
          <a:prstGeom prst="rect">
            <a:avLst/>
          </a:prstGeom>
          <a:ln>
            <a:solidFill>
              <a:schemeClr val="tx1"/>
            </a:solidFill>
            <a:headEnd/>
            <a:tailEnd/>
          </a:ln>
        </p:spPr>
        <p:style>
          <a:lnRef idx="0">
            <a:schemeClr val="accent2"/>
          </a:lnRef>
          <a:fillRef idx="3">
            <a:schemeClr val="accent2"/>
          </a:fillRef>
          <a:effectRef idx="3">
            <a:schemeClr val="accent2"/>
          </a:effectRef>
          <a:fontRef idx="minor">
            <a:schemeClr val="lt1"/>
          </a:fontRef>
        </p:style>
        <p:txBody>
          <a:bodyPr lIns="91388" tIns="45694" rIns="91388" bIns="45694" anchor="ctr"/>
          <a:lstStyle/>
          <a:p>
            <a:pPr algn="ctr" defTabSz="4020532" rtl="1"/>
            <a:r>
              <a:rPr lang="en-US" altLang="en-US" sz="7500" u="sng" spc="600" dirty="0" smtClean="0">
                <a:ln w="24500" cmpd="dbl">
                  <a:solidFill>
                    <a:schemeClr val="bg1"/>
                  </a:solidFill>
                  <a:prstDash val="solid"/>
                  <a:miter lim="800000"/>
                </a:ln>
                <a:solidFill>
                  <a:schemeClr val="bg1"/>
                </a:solidFill>
                <a:effectLst>
                  <a:glow rad="63500">
                    <a:schemeClr val="accent1">
                      <a:satMod val="175000"/>
                      <a:alpha val="40000"/>
                    </a:schemeClr>
                  </a:glow>
                </a:effectLst>
                <a:latin typeface="Arial" pitchFamily="34" charset="0"/>
                <a:cs typeface="Arial" pitchFamily="34" charset="0"/>
              </a:rPr>
              <a:t>MNIST </a:t>
            </a:r>
            <a:r>
              <a:rPr lang="en-US" altLang="en-US" sz="7500" u="sng" spc="600" dirty="0">
                <a:ln w="24500" cmpd="dbl">
                  <a:solidFill>
                    <a:schemeClr val="bg1"/>
                  </a:solidFill>
                  <a:prstDash val="solid"/>
                  <a:miter lim="800000"/>
                </a:ln>
                <a:solidFill>
                  <a:schemeClr val="bg1"/>
                </a:solidFill>
                <a:effectLst>
                  <a:glow rad="63500">
                    <a:schemeClr val="accent1">
                      <a:satMod val="175000"/>
                      <a:alpha val="40000"/>
                    </a:schemeClr>
                  </a:glow>
                </a:effectLst>
                <a:latin typeface="Arial" pitchFamily="34" charset="0"/>
                <a:cs typeface="Arial" pitchFamily="34" charset="0"/>
              </a:rPr>
              <a:t>Handwritten </a:t>
            </a:r>
            <a:r>
              <a:rPr lang="en-US" altLang="en-US" sz="7500" u="sng" spc="600" dirty="0" smtClean="0">
                <a:ln w="24500" cmpd="dbl">
                  <a:solidFill>
                    <a:schemeClr val="bg1"/>
                  </a:solidFill>
                  <a:prstDash val="solid"/>
                  <a:miter lim="800000"/>
                </a:ln>
                <a:solidFill>
                  <a:schemeClr val="bg1"/>
                </a:solidFill>
                <a:effectLst>
                  <a:glow rad="63500">
                    <a:schemeClr val="accent1">
                      <a:satMod val="175000"/>
                      <a:alpha val="40000"/>
                    </a:schemeClr>
                  </a:glow>
                </a:effectLst>
                <a:latin typeface="Arial" pitchFamily="34" charset="0"/>
                <a:cs typeface="Arial" pitchFamily="34" charset="0"/>
              </a:rPr>
              <a:t>Digit Classification</a:t>
            </a:r>
            <a:endParaRPr lang="en-US" altLang="en-US" sz="7500" u="sng" spc="600" dirty="0">
              <a:ln w="24500" cmpd="dbl">
                <a:solidFill>
                  <a:schemeClr val="bg1"/>
                </a:solidFill>
                <a:prstDash val="solid"/>
                <a:miter lim="800000"/>
              </a:ln>
              <a:solidFill>
                <a:schemeClr val="bg1"/>
              </a:solidFill>
              <a:effectLst>
                <a:glow rad="63500">
                  <a:schemeClr val="accent1">
                    <a:satMod val="175000"/>
                    <a:alpha val="40000"/>
                  </a:schemeClr>
                </a:glow>
              </a:effectLst>
              <a:latin typeface="Arial" pitchFamily="34" charset="0"/>
              <a:cs typeface="Arial" pitchFamily="34" charset="0"/>
            </a:endParaRPr>
          </a:p>
          <a:p>
            <a:pPr algn="ctr" defTabSz="4020532" rtl="1"/>
            <a:r>
              <a:rPr lang="he-IL" altLang="he-IL" sz="7500" u="sng" spc="600" dirty="0">
                <a:ln w="24500" cmpd="dbl">
                  <a:solidFill>
                    <a:schemeClr val="bg1"/>
                  </a:solidFill>
                  <a:prstDash val="solid"/>
                  <a:miter lim="800000"/>
                </a:ln>
                <a:solidFill>
                  <a:schemeClr val="bg1"/>
                </a:solidFill>
                <a:effectLst>
                  <a:glow rad="63500">
                    <a:schemeClr val="accent1">
                      <a:satMod val="175000"/>
                      <a:alpha val="40000"/>
                    </a:schemeClr>
                  </a:glow>
                </a:effectLst>
                <a:latin typeface="Arial" pitchFamily="34" charset="0"/>
                <a:cs typeface="Arial" pitchFamily="34" charset="0"/>
              </a:rPr>
              <a:t>למידת מכונה למדעי המחשב </a:t>
            </a:r>
            <a:r>
              <a:rPr lang="he-IL" altLang="he-IL" sz="7500" u="sng" spc="600" dirty="0" smtClean="0">
                <a:ln w="24500" cmpd="dbl">
                  <a:solidFill>
                    <a:schemeClr val="bg1"/>
                  </a:solidFill>
                  <a:prstDash val="solid"/>
                  <a:miter lim="800000"/>
                </a:ln>
                <a:solidFill>
                  <a:schemeClr val="bg1"/>
                </a:solidFill>
                <a:effectLst>
                  <a:glow rad="63500">
                    <a:schemeClr val="accent1">
                      <a:satMod val="175000"/>
                      <a:alpha val="40000"/>
                    </a:schemeClr>
                  </a:glow>
                </a:effectLst>
                <a:latin typeface="Arial" pitchFamily="34" charset="0"/>
                <a:cs typeface="Arial" pitchFamily="34" charset="0"/>
              </a:rPr>
              <a:t>2019</a:t>
            </a:r>
          </a:p>
        </p:txBody>
      </p:sp>
      <p:sp>
        <p:nvSpPr>
          <p:cNvPr id="2" name="Rectangle 30"/>
          <p:cNvSpPr>
            <a:spLocks noChangeArrowheads="1"/>
          </p:cNvSpPr>
          <p:nvPr/>
        </p:nvSpPr>
        <p:spPr bwMode="auto">
          <a:xfrm>
            <a:off x="381000" y="4495800"/>
            <a:ext cx="15774988" cy="1155700"/>
          </a:xfrm>
          <a:prstGeom prst="rect">
            <a:avLst/>
          </a:prstGeom>
          <a:solidFill>
            <a:schemeClr val="accent2"/>
          </a:solidFill>
          <a:ln w="9525">
            <a:noFill/>
            <a:miter lim="800000"/>
            <a:headEnd/>
            <a:tailEnd/>
          </a:ln>
        </p:spPr>
        <p:txBody>
          <a:bodyPr lIns="91388" tIns="45694" rIns="91388" bIns="45694" anchor="ctr"/>
          <a:lstStyle/>
          <a:p>
            <a:pPr algn="ctr" defTabSz="4020532"/>
            <a:r>
              <a:rPr lang="he-IL" altLang="en-US" sz="5300" b="1" dirty="0" smtClean="0">
                <a:solidFill>
                  <a:schemeClr val="bg1"/>
                </a:solidFill>
                <a:cs typeface="Arial" pitchFamily="34" charset="0"/>
              </a:rPr>
              <a:t>תמונות  </a:t>
            </a:r>
            <a:r>
              <a:rPr lang="he-IL" altLang="en-US" sz="5300" b="1" dirty="0">
                <a:solidFill>
                  <a:schemeClr val="bg1"/>
                </a:solidFill>
                <a:cs typeface="Arial" pitchFamily="34" charset="0"/>
              </a:rPr>
              <a:t>אילוסטרציה</a:t>
            </a:r>
            <a:endParaRPr lang="en-US" altLang="he-IL" sz="4900" b="1" dirty="0">
              <a:solidFill>
                <a:schemeClr val="bg1"/>
              </a:solidFill>
            </a:endParaRPr>
          </a:p>
        </p:txBody>
      </p:sp>
      <p:sp>
        <p:nvSpPr>
          <p:cNvPr id="2055" name="TextBox 3"/>
          <p:cNvSpPr txBox="1">
            <a:spLocks noChangeArrowheads="1"/>
          </p:cNvSpPr>
          <p:nvPr/>
        </p:nvSpPr>
        <p:spPr bwMode="auto">
          <a:xfrm>
            <a:off x="6477007" y="36236278"/>
            <a:ext cx="184626" cy="430835"/>
          </a:xfrm>
          <a:prstGeom prst="rect">
            <a:avLst/>
          </a:prstGeom>
          <a:noFill/>
          <a:ln w="9525">
            <a:noFill/>
            <a:miter lim="800000"/>
            <a:headEnd/>
            <a:tailEnd/>
          </a:ln>
        </p:spPr>
        <p:txBody>
          <a:bodyPr wrap="none" lIns="91388" tIns="45694" rIns="91388" bIns="45694">
            <a:spAutoFit/>
          </a:bodyPr>
          <a:lstStyle/>
          <a:p>
            <a:endParaRPr lang="en-US" altLang="en-US"/>
          </a:p>
        </p:txBody>
      </p:sp>
      <p:pic>
        <p:nvPicPr>
          <p:cNvPr id="2056" name="Picture 32" descr="C:\Users\PrinceDM\Desktop\hitwhitelogo.png"/>
          <p:cNvPicPr>
            <a:picLocks noChangeAspect="1" noChangeArrowheads="1"/>
          </p:cNvPicPr>
          <p:nvPr/>
        </p:nvPicPr>
        <p:blipFill>
          <a:blip r:embed="rId5" cstate="print"/>
          <a:srcRect/>
          <a:stretch>
            <a:fillRect/>
          </a:stretch>
        </p:blipFill>
        <p:spPr bwMode="auto">
          <a:xfrm>
            <a:off x="29184599" y="277824"/>
            <a:ext cx="3200400" cy="2111374"/>
          </a:xfrm>
          <a:prstGeom prst="rect">
            <a:avLst/>
          </a:prstGeom>
          <a:noFill/>
          <a:ln w="9525">
            <a:noFill/>
            <a:miter lim="800000"/>
            <a:headEnd/>
            <a:tailEnd/>
          </a:ln>
        </p:spPr>
      </p:pic>
      <p:sp>
        <p:nvSpPr>
          <p:cNvPr id="2057" name="Rectangle 30"/>
          <p:cNvSpPr>
            <a:spLocks noChangeArrowheads="1"/>
          </p:cNvSpPr>
          <p:nvPr/>
        </p:nvSpPr>
        <p:spPr bwMode="auto">
          <a:xfrm>
            <a:off x="16783050" y="4419601"/>
            <a:ext cx="15774988" cy="1155700"/>
          </a:xfrm>
          <a:prstGeom prst="rect">
            <a:avLst/>
          </a:prstGeom>
          <a:solidFill>
            <a:schemeClr val="accent2"/>
          </a:solidFill>
          <a:ln w="9525">
            <a:noFill/>
            <a:miter lim="800000"/>
            <a:headEnd/>
            <a:tailEnd/>
          </a:ln>
        </p:spPr>
        <p:txBody>
          <a:bodyPr lIns="91388" tIns="45694" rIns="91388" bIns="45694" anchor="ctr"/>
          <a:lstStyle/>
          <a:p>
            <a:pPr algn="ctr" defTabSz="4020532"/>
            <a:r>
              <a:rPr lang="he-IL" altLang="en-US" sz="5300" b="1" dirty="0">
                <a:solidFill>
                  <a:schemeClr val="bg1"/>
                </a:solidFill>
                <a:cs typeface="Arial" pitchFamily="34" charset="0"/>
              </a:rPr>
              <a:t>תקציר</a:t>
            </a:r>
            <a:endParaRPr lang="en-US" altLang="he-IL" sz="5300" b="1" dirty="0">
              <a:solidFill>
                <a:schemeClr val="bg1"/>
              </a:solidFill>
            </a:endParaRPr>
          </a:p>
        </p:txBody>
      </p:sp>
      <p:sp>
        <p:nvSpPr>
          <p:cNvPr id="2058" name="Rectangle 30"/>
          <p:cNvSpPr>
            <a:spLocks noChangeArrowheads="1"/>
          </p:cNvSpPr>
          <p:nvPr/>
        </p:nvSpPr>
        <p:spPr bwMode="auto">
          <a:xfrm>
            <a:off x="381000" y="12712703"/>
            <a:ext cx="15774988" cy="1155700"/>
          </a:xfrm>
          <a:prstGeom prst="rect">
            <a:avLst/>
          </a:prstGeom>
          <a:solidFill>
            <a:schemeClr val="accent2"/>
          </a:solidFill>
          <a:ln w="9525">
            <a:noFill/>
            <a:miter lim="800000"/>
            <a:headEnd/>
            <a:tailEnd/>
          </a:ln>
        </p:spPr>
        <p:txBody>
          <a:bodyPr lIns="91388" tIns="45694" rIns="91388" bIns="45694" anchor="ctr"/>
          <a:lstStyle/>
          <a:p>
            <a:pPr algn="ctr" defTabSz="4020532" rtl="1" eaLnBrk="1" hangingPunct="1">
              <a:lnSpc>
                <a:spcPct val="110000"/>
              </a:lnSpc>
              <a:spcBef>
                <a:spcPct val="20000"/>
              </a:spcBef>
            </a:pPr>
            <a:r>
              <a:rPr lang="he-IL" altLang="en-US" sz="5300" b="1">
                <a:solidFill>
                  <a:schemeClr val="bg1"/>
                </a:solidFill>
                <a:latin typeface="Trebuchet MS" pitchFamily="34" charset="0"/>
                <a:cs typeface="Arial" pitchFamily="34" charset="0"/>
                <a:sym typeface="Trebuchet MS" pitchFamily="34" charset="0"/>
              </a:rPr>
              <a:t>תרשים זרימה</a:t>
            </a:r>
            <a:endParaRPr lang="en-GB" altLang="en-US" sz="5300" b="1">
              <a:solidFill>
                <a:schemeClr val="bg1"/>
              </a:solidFill>
              <a:latin typeface="Trebuchet MS" pitchFamily="34" charset="0"/>
              <a:ea typeface="Trebuchet MS" pitchFamily="34" charset="0"/>
              <a:cs typeface="Trebuchet MS" pitchFamily="34" charset="0"/>
              <a:sym typeface="Trebuchet MS" pitchFamily="34" charset="0"/>
            </a:endParaRPr>
          </a:p>
        </p:txBody>
      </p:sp>
      <p:sp>
        <p:nvSpPr>
          <p:cNvPr id="46" name="Text Box 96"/>
          <p:cNvSpPr txBox="1">
            <a:spLocks noChangeArrowheads="1"/>
          </p:cNvSpPr>
          <p:nvPr/>
        </p:nvSpPr>
        <p:spPr bwMode="auto">
          <a:xfrm>
            <a:off x="16687800" y="16840202"/>
            <a:ext cx="15773400" cy="20405534"/>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lIns="91388" tIns="45694" rIns="91388" bIns="45694">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r" rtl="1">
              <a:defRPr/>
            </a:pPr>
            <a:r>
              <a:rPr lang="he-IL" sz="4000" b="1" dirty="0">
                <a:solidFill>
                  <a:srgbClr val="0070C0"/>
                </a:solidFill>
                <a:latin typeface="Arial" pitchFamily="34" charset="0"/>
                <a:cs typeface="Arial" pitchFamily="34" charset="0"/>
              </a:rPr>
              <a:t> </a:t>
            </a:r>
            <a:r>
              <a:rPr lang="he-IL" sz="4000" b="1" u="sng" dirty="0">
                <a:solidFill>
                  <a:srgbClr val="0070C0"/>
                </a:solidFill>
                <a:latin typeface="Arial" pitchFamily="34" charset="0"/>
                <a:cs typeface="Arial" pitchFamily="34" charset="0"/>
              </a:rPr>
              <a:t>שלב 1: (הנתונים)</a:t>
            </a:r>
            <a:endParaRPr lang="en-US" sz="4000" dirty="0">
              <a:solidFill>
                <a:srgbClr val="0070C0"/>
              </a:solidFill>
              <a:latin typeface="Arial" pitchFamily="34" charset="0"/>
              <a:cs typeface="Arial" pitchFamily="34" charset="0"/>
            </a:endParaRPr>
          </a:p>
          <a:p>
            <a:pPr algn="r" rtl="1">
              <a:defRPr/>
            </a:pPr>
            <a:r>
              <a:rPr lang="he-IL" sz="4000" dirty="0">
                <a:solidFill>
                  <a:srgbClr val="FF0000"/>
                </a:solidFill>
                <a:latin typeface="Arial" pitchFamily="34" charset="0"/>
                <a:cs typeface="Arial" pitchFamily="34" charset="0"/>
              </a:rPr>
              <a:t> 	</a:t>
            </a:r>
            <a:r>
              <a:rPr lang="he-IL" sz="4000" dirty="0">
                <a:solidFill>
                  <a:schemeClr val="bg1"/>
                </a:solidFill>
                <a:latin typeface="Arial" pitchFamily="34" charset="0"/>
                <a:cs typeface="Arial" pitchFamily="34" charset="0"/>
              </a:rPr>
              <a:t>נטען את הנתונים ממאגר הנתונים אל המשתנים:</a:t>
            </a:r>
          </a:p>
          <a:p>
            <a:pPr algn="r" rtl="1">
              <a:defRPr/>
            </a:pPr>
            <a:r>
              <a:rPr lang="he-IL" sz="4000" dirty="0">
                <a:solidFill>
                  <a:schemeClr val="bg1"/>
                </a:solidFill>
                <a:latin typeface="Arial" pitchFamily="34" charset="0"/>
                <a:cs typeface="Arial" pitchFamily="34" charset="0"/>
              </a:rPr>
              <a:t> </a:t>
            </a:r>
            <a:r>
              <a:rPr lang="en-US" sz="4000" dirty="0">
                <a:solidFill>
                  <a:schemeClr val="bg1"/>
                </a:solidFill>
                <a:latin typeface="Arial" pitchFamily="34" charset="0"/>
                <a:cs typeface="Arial" pitchFamily="34" charset="0"/>
              </a:rPr>
              <a:t>	X </a:t>
            </a:r>
            <a:r>
              <a:rPr lang="he-IL" sz="4000" dirty="0">
                <a:solidFill>
                  <a:schemeClr val="bg1"/>
                </a:solidFill>
                <a:latin typeface="Arial" pitchFamily="34" charset="0"/>
                <a:cs typeface="Arial" pitchFamily="34" charset="0"/>
              </a:rPr>
              <a:t>- כל </a:t>
            </a:r>
            <a:r>
              <a:rPr lang="he-IL" sz="4000" dirty="0" smtClean="0">
                <a:solidFill>
                  <a:schemeClr val="bg1"/>
                </a:solidFill>
                <a:latin typeface="Arial" pitchFamily="34" charset="0"/>
                <a:cs typeface="Arial" pitchFamily="34" charset="0"/>
              </a:rPr>
              <a:t>הדוגמאות\תמונות </a:t>
            </a:r>
            <a:r>
              <a:rPr lang="he-IL" sz="4000" dirty="0">
                <a:solidFill>
                  <a:schemeClr val="bg1"/>
                </a:solidFill>
                <a:latin typeface="Arial" pitchFamily="34" charset="0"/>
                <a:cs typeface="Arial" pitchFamily="34" charset="0"/>
              </a:rPr>
              <a:t>המכילות את </a:t>
            </a:r>
            <a:r>
              <a:rPr lang="he-IL" sz="4000" dirty="0" smtClean="0">
                <a:solidFill>
                  <a:schemeClr val="bg1"/>
                </a:solidFill>
                <a:latin typeface="Arial" pitchFamily="34" charset="0"/>
                <a:cs typeface="Arial" pitchFamily="34" charset="0"/>
              </a:rPr>
              <a:t>784 המאפיינים של כל תמונה</a:t>
            </a:r>
            <a:r>
              <a:rPr lang="he-IL" sz="4000" dirty="0">
                <a:solidFill>
                  <a:schemeClr val="bg1"/>
                </a:solidFill>
                <a:latin typeface="Arial" pitchFamily="34" charset="0"/>
                <a:cs typeface="Arial" pitchFamily="34" charset="0"/>
              </a:rPr>
              <a:t>.</a:t>
            </a:r>
          </a:p>
          <a:p>
            <a:pPr algn="r" rtl="1">
              <a:defRPr/>
            </a:pPr>
            <a:r>
              <a:rPr lang="en-US" sz="4000" dirty="0">
                <a:solidFill>
                  <a:schemeClr val="bg1"/>
                </a:solidFill>
                <a:latin typeface="Arial" pitchFamily="34" charset="0"/>
                <a:cs typeface="Arial" pitchFamily="34" charset="0"/>
              </a:rPr>
              <a:t>	Y  </a:t>
            </a:r>
            <a:r>
              <a:rPr lang="he-IL" sz="4000" dirty="0">
                <a:solidFill>
                  <a:schemeClr val="bg1"/>
                </a:solidFill>
                <a:latin typeface="Arial" pitchFamily="34" charset="0"/>
                <a:cs typeface="Arial" pitchFamily="34" charset="0"/>
              </a:rPr>
              <a:t>- הספרה המוצגת בכל דוגמא.</a:t>
            </a:r>
          </a:p>
          <a:p>
            <a:pPr algn="r" rtl="1">
              <a:defRPr/>
            </a:pPr>
            <a:r>
              <a:rPr lang="he-IL" sz="4000" dirty="0">
                <a:solidFill>
                  <a:srgbClr val="0070C0"/>
                </a:solidFill>
                <a:latin typeface="Arial" pitchFamily="34" charset="0"/>
                <a:cs typeface="Arial" pitchFamily="34" charset="0"/>
              </a:rPr>
              <a:t> </a:t>
            </a:r>
            <a:r>
              <a:rPr lang="he-IL" sz="4000" b="1" u="sng" dirty="0">
                <a:solidFill>
                  <a:srgbClr val="0070C0"/>
                </a:solidFill>
                <a:latin typeface="Arial" pitchFamily="34" charset="0"/>
                <a:cs typeface="Arial" pitchFamily="34" charset="0"/>
              </a:rPr>
              <a:t>שלב 2: (נגדיר  את המכונה  </a:t>
            </a:r>
            <a:r>
              <a:rPr lang="en-US" sz="4000" b="1" u="sng" dirty="0">
                <a:solidFill>
                  <a:srgbClr val="0070C0"/>
                </a:solidFill>
                <a:latin typeface="Arial" pitchFamily="34" charset="0"/>
                <a:cs typeface="Arial" pitchFamily="34" charset="0"/>
              </a:rPr>
              <a:t>SVM</a:t>
            </a:r>
            <a:r>
              <a:rPr lang="he-IL" sz="4000" b="1" u="sng" dirty="0">
                <a:solidFill>
                  <a:srgbClr val="0070C0"/>
                </a:solidFill>
                <a:latin typeface="Arial" pitchFamily="34" charset="0"/>
                <a:cs typeface="Arial" pitchFamily="34" charset="0"/>
              </a:rPr>
              <a:t>)</a:t>
            </a:r>
            <a:endParaRPr lang="en-US" sz="4000" dirty="0">
              <a:solidFill>
                <a:srgbClr val="0070C0"/>
              </a:solidFill>
              <a:latin typeface="Arial" pitchFamily="34" charset="0"/>
              <a:cs typeface="Arial" pitchFamily="34" charset="0"/>
            </a:endParaRPr>
          </a:p>
          <a:p>
            <a:pPr algn="r" rtl="1">
              <a:defRPr/>
            </a:pPr>
            <a:r>
              <a:rPr lang="he-IL" sz="4000" dirty="0">
                <a:solidFill>
                  <a:schemeClr val="bg1"/>
                </a:solidFill>
                <a:latin typeface="Arial" pitchFamily="34" charset="0"/>
                <a:cs typeface="Arial" pitchFamily="34" charset="0"/>
              </a:rPr>
              <a:t>	</a:t>
            </a:r>
            <a:r>
              <a:rPr lang="en-US" sz="4000" dirty="0">
                <a:solidFill>
                  <a:schemeClr val="bg1"/>
                </a:solidFill>
                <a:latin typeface="Arial" pitchFamily="34" charset="0"/>
                <a:cs typeface="Arial" pitchFamily="34" charset="0"/>
              </a:rPr>
              <a:t>SVM</a:t>
            </a:r>
            <a:r>
              <a:rPr lang="he-IL" sz="4000" dirty="0">
                <a:solidFill>
                  <a:schemeClr val="bg1"/>
                </a:solidFill>
                <a:latin typeface="Arial" pitchFamily="34" charset="0"/>
                <a:cs typeface="Arial" pitchFamily="34" charset="0"/>
              </a:rPr>
              <a:t> היא מכונה שמחפשת את הווקטורים שיוכלו להפריד את הדוגמאות בצורה הטובה ביותר, לסווג אותם, כך שנוכל לדעת איפה כל דוגמא נמצאת, באיזו קבוצה. כך כאשר תגיע תמונה חדשה שלא נמצאת במאגר  נדע איזה מספר נמצא בתמונה.</a:t>
            </a:r>
          </a:p>
          <a:p>
            <a:pPr algn="r" rtl="1">
              <a:defRPr/>
            </a:pPr>
            <a:r>
              <a:rPr lang="he-IL" sz="4000" dirty="0">
                <a:solidFill>
                  <a:srgbClr val="0070C0"/>
                </a:solidFill>
                <a:latin typeface="Arial" pitchFamily="34" charset="0"/>
                <a:cs typeface="Arial" pitchFamily="34" charset="0"/>
              </a:rPr>
              <a:t> </a:t>
            </a:r>
            <a:r>
              <a:rPr lang="he-IL" sz="4000" b="1" u="sng" dirty="0">
                <a:solidFill>
                  <a:srgbClr val="0070C0"/>
                </a:solidFill>
                <a:latin typeface="Arial" pitchFamily="34" charset="0"/>
                <a:cs typeface="Arial" pitchFamily="34" charset="0"/>
              </a:rPr>
              <a:t>שלב 3: (נגדיר את האלגוריתם </a:t>
            </a:r>
            <a:r>
              <a:rPr lang="en-US" sz="4000" b="1" u="sng" dirty="0">
                <a:solidFill>
                  <a:srgbClr val="0070C0"/>
                </a:solidFill>
                <a:latin typeface="Arial" pitchFamily="34" charset="0"/>
                <a:cs typeface="Arial" pitchFamily="34" charset="0"/>
              </a:rPr>
              <a:t>PCA</a:t>
            </a:r>
            <a:r>
              <a:rPr lang="he-IL" sz="4000" b="1" u="sng" dirty="0">
                <a:solidFill>
                  <a:srgbClr val="0070C0"/>
                </a:solidFill>
                <a:latin typeface="Arial" pitchFamily="34" charset="0"/>
                <a:cs typeface="Arial" pitchFamily="34" charset="0"/>
              </a:rPr>
              <a:t>)</a:t>
            </a:r>
            <a:endParaRPr lang="en-US" sz="4000" dirty="0">
              <a:solidFill>
                <a:srgbClr val="0070C0"/>
              </a:solidFill>
              <a:latin typeface="Arial" pitchFamily="34" charset="0"/>
              <a:cs typeface="Arial" pitchFamily="34" charset="0"/>
            </a:endParaRPr>
          </a:p>
          <a:p>
            <a:pPr algn="r" rtl="1">
              <a:defRPr/>
            </a:pPr>
            <a:r>
              <a:rPr lang="he-IL" sz="4000" dirty="0">
                <a:solidFill>
                  <a:schemeClr val="bg1"/>
                </a:solidFill>
                <a:latin typeface="Arial" pitchFamily="34" charset="0"/>
                <a:cs typeface="Arial" pitchFamily="34" charset="0"/>
              </a:rPr>
              <a:t>	כיוון ש</a:t>
            </a:r>
            <a:r>
              <a:rPr lang="en-US" sz="4000" dirty="0">
                <a:solidFill>
                  <a:schemeClr val="bg1"/>
                </a:solidFill>
                <a:latin typeface="Arial" pitchFamily="34" charset="0"/>
                <a:cs typeface="Arial" pitchFamily="34" charset="0"/>
              </a:rPr>
              <a:t>SVM</a:t>
            </a:r>
            <a:r>
              <a:rPr lang="he-IL" sz="4000" dirty="0">
                <a:solidFill>
                  <a:schemeClr val="bg1"/>
                </a:solidFill>
                <a:latin typeface="Arial" pitchFamily="34" charset="0"/>
                <a:cs typeface="Arial" pitchFamily="34" charset="0"/>
              </a:rPr>
              <a:t> לא מסוגלת לחשב ולסווג כל כך הרבה נתונים,784 לכל דוגמא, בזמן סביר יש צורך להפחית את המימד של כל תמונה, בכל תמונה יש הרבה מאפינים שלא משתנים בין כל הדוגמאות, למשל הרקע השחור מסביב למספר, לכן ניתן לוותר על החישוב שלהם .</a:t>
            </a:r>
          </a:p>
          <a:p>
            <a:pPr algn="r" rtl="1">
              <a:defRPr/>
            </a:pPr>
            <a:r>
              <a:rPr lang="he-IL" sz="4000" dirty="0">
                <a:solidFill>
                  <a:schemeClr val="bg1"/>
                </a:solidFill>
                <a:latin typeface="Arial" pitchFamily="34" charset="0"/>
                <a:cs typeface="Arial" pitchFamily="34" charset="0"/>
              </a:rPr>
              <a:t>	אלגוריתם </a:t>
            </a:r>
            <a:r>
              <a:rPr lang="en-US" sz="4000" dirty="0">
                <a:solidFill>
                  <a:schemeClr val="bg1"/>
                </a:solidFill>
                <a:latin typeface="Arial" pitchFamily="34" charset="0"/>
                <a:cs typeface="Arial" pitchFamily="34" charset="0"/>
              </a:rPr>
              <a:t>PCA</a:t>
            </a:r>
            <a:r>
              <a:rPr lang="he-IL" sz="4000" dirty="0">
                <a:solidFill>
                  <a:schemeClr val="bg1"/>
                </a:solidFill>
                <a:latin typeface="Arial" pitchFamily="34" charset="0"/>
                <a:cs typeface="Arial" pitchFamily="34" charset="0"/>
              </a:rPr>
              <a:t> מחפש את המאפיינים שיוצרים את השונות הגבוהה ביותר בין התמונות ושומר רק אותם.</a:t>
            </a:r>
          </a:p>
          <a:p>
            <a:pPr algn="r" rtl="1">
              <a:defRPr/>
            </a:pPr>
            <a:r>
              <a:rPr lang="he-IL" sz="4000" dirty="0">
                <a:solidFill>
                  <a:srgbClr val="0070C0"/>
                </a:solidFill>
                <a:latin typeface="Arial" pitchFamily="34" charset="0"/>
                <a:cs typeface="Arial" pitchFamily="34" charset="0"/>
              </a:rPr>
              <a:t> </a:t>
            </a:r>
            <a:r>
              <a:rPr lang="he-IL" sz="4000" b="1" u="sng" dirty="0">
                <a:solidFill>
                  <a:srgbClr val="0070C0"/>
                </a:solidFill>
                <a:latin typeface="Arial" pitchFamily="34" charset="0"/>
                <a:cs typeface="Arial" pitchFamily="34" charset="0"/>
              </a:rPr>
              <a:t>שלב 4: (</a:t>
            </a:r>
            <a:r>
              <a:rPr lang="en-US" sz="4000" b="1" u="sng" dirty="0">
                <a:solidFill>
                  <a:srgbClr val="0070C0"/>
                </a:solidFill>
                <a:latin typeface="Arial" pitchFamily="34" charset="0"/>
                <a:cs typeface="Arial" pitchFamily="34" charset="0"/>
              </a:rPr>
              <a:t>Cross Validation</a:t>
            </a:r>
            <a:r>
              <a:rPr lang="he-IL" sz="4000" b="1" u="sng" dirty="0">
                <a:solidFill>
                  <a:srgbClr val="0070C0"/>
                </a:solidFill>
                <a:latin typeface="Arial" pitchFamily="34" charset="0"/>
                <a:cs typeface="Arial" pitchFamily="34" charset="0"/>
              </a:rPr>
              <a:t>)</a:t>
            </a:r>
          </a:p>
          <a:p>
            <a:pPr algn="r" rtl="1">
              <a:defRPr/>
            </a:pPr>
            <a:r>
              <a:rPr lang="he-IL" sz="4000" dirty="0">
                <a:solidFill>
                  <a:srgbClr val="FF0000"/>
                </a:solidFill>
                <a:latin typeface="Arial" pitchFamily="34" charset="0"/>
                <a:cs typeface="Arial" pitchFamily="34" charset="0"/>
              </a:rPr>
              <a:t>	</a:t>
            </a:r>
            <a:r>
              <a:rPr lang="he-IL" sz="4000" dirty="0">
                <a:solidFill>
                  <a:schemeClr val="bg1"/>
                </a:solidFill>
                <a:latin typeface="Arial" pitchFamily="34" charset="0"/>
                <a:cs typeface="Arial" pitchFamily="34" charset="0"/>
              </a:rPr>
              <a:t> זהו אלגוריתם שמבצע חלוקה לנתונים ללמידה ,בעזרת המכונה,ונתונים לבדיקה </a:t>
            </a:r>
            <a:r>
              <a:rPr lang="he-IL" sz="4000" dirty="0" smtClean="0">
                <a:solidFill>
                  <a:schemeClr val="bg1"/>
                </a:solidFill>
                <a:latin typeface="Arial" pitchFamily="34" charset="0"/>
                <a:cs typeface="Arial" pitchFamily="34" charset="0"/>
              </a:rPr>
              <a:t>של הסיווג בעזרת המכונה. לכל </a:t>
            </a:r>
            <a:r>
              <a:rPr lang="he-IL" sz="4000" dirty="0">
                <a:solidFill>
                  <a:schemeClr val="bg1"/>
                </a:solidFill>
                <a:latin typeface="Arial" pitchFamily="34" charset="0"/>
                <a:cs typeface="Arial" pitchFamily="34" charset="0"/>
              </a:rPr>
              <a:t>חלוקה יכולות להיות תוצאות שונות לכן אלגוריתם זה מבצע את כל החלוקות האפשריות ,לפי אחוז החלוקה הרצוי, ומחזיר את הממוצע של אחוז הדיוק של הסיווג.</a:t>
            </a:r>
            <a:endParaRPr lang="en-US" sz="4000" dirty="0">
              <a:solidFill>
                <a:schemeClr val="bg1"/>
              </a:solidFill>
              <a:latin typeface="Arial" pitchFamily="34" charset="0"/>
              <a:cs typeface="Arial" pitchFamily="34" charset="0"/>
            </a:endParaRPr>
          </a:p>
          <a:p>
            <a:pPr algn="r" rtl="1">
              <a:defRPr/>
            </a:pPr>
            <a:r>
              <a:rPr lang="he-IL" sz="4000" b="1" u="sng" dirty="0">
                <a:solidFill>
                  <a:srgbClr val="0070C0"/>
                </a:solidFill>
                <a:latin typeface="Arial" pitchFamily="34" charset="0"/>
                <a:cs typeface="Arial" pitchFamily="34" charset="0"/>
              </a:rPr>
              <a:t>שלב 5: (תוצאות </a:t>
            </a:r>
            <a:r>
              <a:rPr lang="en-US" sz="4000" b="1" u="sng" dirty="0">
                <a:solidFill>
                  <a:srgbClr val="0070C0"/>
                </a:solidFill>
                <a:latin typeface="Arial" pitchFamily="34" charset="0"/>
                <a:cs typeface="Arial" pitchFamily="34" charset="0"/>
              </a:rPr>
              <a:t>SVM</a:t>
            </a:r>
            <a:r>
              <a:rPr lang="he-IL" sz="4000" b="1" u="sng" dirty="0">
                <a:solidFill>
                  <a:srgbClr val="0070C0"/>
                </a:solidFill>
                <a:latin typeface="Arial" pitchFamily="34" charset="0"/>
                <a:cs typeface="Arial" pitchFamily="34" charset="0"/>
              </a:rPr>
              <a:t>)</a:t>
            </a:r>
            <a:endParaRPr lang="en-US" sz="4000" dirty="0">
              <a:solidFill>
                <a:srgbClr val="0070C0"/>
              </a:solidFill>
              <a:latin typeface="Arial" pitchFamily="34" charset="0"/>
              <a:cs typeface="Arial" pitchFamily="34" charset="0"/>
            </a:endParaRPr>
          </a:p>
          <a:p>
            <a:pPr algn="r" rtl="1">
              <a:defRPr/>
            </a:pPr>
            <a:r>
              <a:rPr lang="he-IL" sz="4000" dirty="0">
                <a:solidFill>
                  <a:schemeClr val="bg1"/>
                </a:solidFill>
                <a:latin typeface="Arial" pitchFamily="34" charset="0"/>
                <a:cs typeface="Arial" pitchFamily="34" charset="0"/>
              </a:rPr>
              <a:t> 	בשלב זה נחפש את המימד שאליו ניתן לרדת מבלי לפגוע </a:t>
            </a:r>
            <a:r>
              <a:rPr lang="he-IL" sz="4000" dirty="0" smtClean="0">
                <a:solidFill>
                  <a:schemeClr val="bg1"/>
                </a:solidFill>
                <a:latin typeface="Arial" pitchFamily="34" charset="0"/>
                <a:cs typeface="Arial" pitchFamily="34" charset="0"/>
              </a:rPr>
              <a:t>בתוצאה\דיוק.</a:t>
            </a:r>
            <a:endParaRPr lang="he-IL" sz="4000" dirty="0">
              <a:solidFill>
                <a:schemeClr val="bg1"/>
              </a:solidFill>
              <a:latin typeface="Arial" pitchFamily="34" charset="0"/>
              <a:cs typeface="Arial" pitchFamily="34" charset="0"/>
            </a:endParaRPr>
          </a:p>
          <a:p>
            <a:pPr algn="r" rtl="1">
              <a:defRPr/>
            </a:pPr>
            <a:r>
              <a:rPr lang="he-IL" sz="4000" b="1" u="sng" dirty="0">
                <a:solidFill>
                  <a:srgbClr val="0070C0"/>
                </a:solidFill>
                <a:latin typeface="Arial" pitchFamily="34" charset="0"/>
                <a:cs typeface="Arial" pitchFamily="34" charset="0"/>
              </a:rPr>
              <a:t>שלב 6: (אלגוריתם </a:t>
            </a:r>
            <a:r>
              <a:rPr lang="en-US" sz="4000" b="1" u="sng" dirty="0">
                <a:solidFill>
                  <a:srgbClr val="0070C0"/>
                </a:solidFill>
                <a:latin typeface="Arial" pitchFamily="34" charset="0"/>
                <a:cs typeface="Arial" pitchFamily="34" charset="0"/>
              </a:rPr>
              <a:t>K-means</a:t>
            </a:r>
            <a:r>
              <a:rPr lang="he-IL" sz="4000" b="1" u="sng" dirty="0">
                <a:solidFill>
                  <a:srgbClr val="0070C0"/>
                </a:solidFill>
                <a:latin typeface="Arial" pitchFamily="34" charset="0"/>
                <a:cs typeface="Arial" pitchFamily="34" charset="0"/>
              </a:rPr>
              <a:t>)</a:t>
            </a:r>
          </a:p>
          <a:p>
            <a:pPr algn="r" rtl="1">
              <a:defRPr/>
            </a:pPr>
            <a:r>
              <a:rPr lang="he-IL" sz="4000" dirty="0">
                <a:solidFill>
                  <a:srgbClr val="FF0000"/>
                </a:solidFill>
                <a:latin typeface="Arial" pitchFamily="34" charset="0"/>
                <a:cs typeface="Arial" pitchFamily="34" charset="0"/>
              </a:rPr>
              <a:t>	</a:t>
            </a:r>
            <a:r>
              <a:rPr lang="he-IL" sz="4000" dirty="0">
                <a:solidFill>
                  <a:schemeClr val="bg1"/>
                </a:solidFill>
                <a:latin typeface="Arial" pitchFamily="34" charset="0"/>
                <a:cs typeface="Arial" pitchFamily="34" charset="0"/>
              </a:rPr>
              <a:t>אלגוריתם לסיווג נתונים שמשתמש רק בדוגמאות ללא ידע על הסיווג של חלקם. </a:t>
            </a:r>
            <a:r>
              <a:rPr lang="he-IL" sz="4000" dirty="0">
                <a:solidFill>
                  <a:schemeClr val="bg1"/>
                </a:solidFill>
                <a:latin typeface="Arial" pitchFamily="34" charset="0"/>
                <a:cs typeface="Arial" pitchFamily="34" charset="0"/>
              </a:rPr>
              <a:t>האלגוריתם בוחר מספר דוגמאות(במקרה שלנו 10ספרות) שיהוו מרכז הקבוצה ובכל איטרציה </a:t>
            </a:r>
            <a:r>
              <a:rPr lang="he-IL" sz="4000" dirty="0" smtClean="0">
                <a:solidFill>
                  <a:schemeClr val="bg1"/>
                </a:solidFill>
                <a:latin typeface="Arial" pitchFamily="34" charset="0"/>
                <a:cs typeface="Arial" pitchFamily="34" charset="0"/>
              </a:rPr>
              <a:t>מוסיף </a:t>
            </a:r>
            <a:r>
              <a:rPr lang="he-IL" sz="4000" dirty="0">
                <a:solidFill>
                  <a:schemeClr val="bg1"/>
                </a:solidFill>
                <a:latin typeface="Arial" pitchFamily="34" charset="0"/>
                <a:cs typeface="Arial" pitchFamily="34" charset="0"/>
              </a:rPr>
              <a:t>את הדוגמאות הקרובות אל המרכזים לפי המאפיינים </a:t>
            </a:r>
            <a:r>
              <a:rPr lang="he-IL" sz="4000" dirty="0" smtClean="0">
                <a:solidFill>
                  <a:schemeClr val="bg1"/>
                </a:solidFill>
                <a:latin typeface="Arial" pitchFamily="34" charset="0"/>
                <a:cs typeface="Arial" pitchFamily="34" charset="0"/>
              </a:rPr>
              <a:t>לאחר מכן יחשב </a:t>
            </a:r>
            <a:r>
              <a:rPr lang="he-IL" sz="4000" dirty="0">
                <a:solidFill>
                  <a:schemeClr val="bg1"/>
                </a:solidFill>
                <a:latin typeface="Arial" pitchFamily="34" charset="0"/>
                <a:cs typeface="Arial" pitchFamily="34" charset="0"/>
              </a:rPr>
              <a:t>מרכז חדש.</a:t>
            </a:r>
          </a:p>
          <a:p>
            <a:pPr algn="r" rtl="1">
              <a:defRPr/>
            </a:pPr>
            <a:r>
              <a:rPr lang="he-IL" sz="4000" dirty="0">
                <a:solidFill>
                  <a:schemeClr val="bg1"/>
                </a:solidFill>
                <a:latin typeface="Arial" pitchFamily="34" charset="0"/>
                <a:cs typeface="Arial" pitchFamily="34" charset="0"/>
              </a:rPr>
              <a:t>	כך עד שיווצרו 10 קבוצות שיהוו את הספרות בנתונים.</a:t>
            </a:r>
          </a:p>
          <a:p>
            <a:pPr algn="r" rtl="1">
              <a:defRPr/>
            </a:pPr>
            <a:r>
              <a:rPr lang="he-IL" sz="4000" b="1" u="sng" dirty="0">
                <a:solidFill>
                  <a:srgbClr val="0070C0"/>
                </a:solidFill>
                <a:latin typeface="Arial" pitchFamily="34" charset="0"/>
                <a:cs typeface="Arial" pitchFamily="34" charset="0"/>
              </a:rPr>
              <a:t>שלב 7: (דיוק </a:t>
            </a:r>
            <a:r>
              <a:rPr lang="en-US" sz="4000" b="1" u="sng" dirty="0">
                <a:solidFill>
                  <a:srgbClr val="0070C0"/>
                </a:solidFill>
                <a:latin typeface="Arial" pitchFamily="34" charset="0"/>
                <a:cs typeface="Arial" pitchFamily="34" charset="0"/>
              </a:rPr>
              <a:t>K-means</a:t>
            </a:r>
            <a:r>
              <a:rPr lang="he-IL" sz="4000" b="1" u="sng" dirty="0">
                <a:solidFill>
                  <a:srgbClr val="0070C0"/>
                </a:solidFill>
                <a:latin typeface="Arial" pitchFamily="34" charset="0"/>
                <a:cs typeface="Arial" pitchFamily="34" charset="0"/>
              </a:rPr>
              <a:t>)</a:t>
            </a:r>
          </a:p>
          <a:p>
            <a:pPr algn="r" rtl="1">
              <a:defRPr/>
            </a:pPr>
            <a:r>
              <a:rPr lang="he-IL" sz="4000" dirty="0">
                <a:solidFill>
                  <a:schemeClr val="bg1"/>
                </a:solidFill>
                <a:latin typeface="Arial" pitchFamily="34" charset="0"/>
                <a:cs typeface="Arial" pitchFamily="34" charset="0"/>
              </a:rPr>
              <a:t>	כדי למדוד את דיוק האלגוריתם נחלק את הנתונים כמו ב</a:t>
            </a:r>
            <a:r>
              <a:rPr lang="en-US" sz="4000" dirty="0">
                <a:solidFill>
                  <a:schemeClr val="bg1"/>
                </a:solidFill>
                <a:latin typeface="Arial" pitchFamily="34" charset="0"/>
                <a:cs typeface="Arial" pitchFamily="34" charset="0"/>
              </a:rPr>
              <a:t>Cross Validation</a:t>
            </a:r>
            <a:r>
              <a:rPr lang="he-IL" sz="4000" dirty="0">
                <a:solidFill>
                  <a:schemeClr val="bg1"/>
                </a:solidFill>
                <a:latin typeface="Arial" pitchFamily="34" charset="0"/>
                <a:cs typeface="Arial" pitchFamily="34" charset="0"/>
              </a:rPr>
              <a:t>.</a:t>
            </a:r>
          </a:p>
          <a:p>
            <a:pPr algn="r" rtl="1">
              <a:defRPr/>
            </a:pPr>
            <a:r>
              <a:rPr lang="he-IL" sz="4000" dirty="0">
                <a:solidFill>
                  <a:schemeClr val="bg1"/>
                </a:solidFill>
                <a:latin typeface="Arial" pitchFamily="34" charset="0"/>
                <a:cs typeface="Arial" pitchFamily="34" charset="0"/>
              </a:rPr>
              <a:t>	נשתמש ב</a:t>
            </a:r>
            <a:r>
              <a:rPr lang="en-US" sz="4000" dirty="0">
                <a:solidFill>
                  <a:schemeClr val="bg1"/>
                </a:solidFill>
                <a:latin typeface="Arial" pitchFamily="34" charset="0"/>
                <a:cs typeface="Arial" pitchFamily="34" charset="0"/>
              </a:rPr>
              <a:t>PCA</a:t>
            </a:r>
            <a:r>
              <a:rPr lang="he-IL" sz="4000" dirty="0">
                <a:solidFill>
                  <a:schemeClr val="bg1"/>
                </a:solidFill>
                <a:latin typeface="Arial" pitchFamily="34" charset="0"/>
                <a:cs typeface="Arial" pitchFamily="34" charset="0"/>
              </a:rPr>
              <a:t> כדי להקל על החישוב ונבדוק מהי הבחירה הראשונית  הטובה ביותר למרכזי הקבוצות ולמימד שאליו נרד. </a:t>
            </a:r>
            <a:endParaRPr lang="en-US" sz="4000" dirty="0">
              <a:solidFill>
                <a:schemeClr val="bg1"/>
              </a:solidFill>
              <a:latin typeface="Arial" pitchFamily="34" charset="0"/>
              <a:cs typeface="Arial" pitchFamily="34" charset="0"/>
            </a:endParaRPr>
          </a:p>
        </p:txBody>
      </p:sp>
      <p:sp>
        <p:nvSpPr>
          <p:cNvPr id="2060" name="Rectangle 30"/>
          <p:cNvSpPr>
            <a:spLocks noChangeArrowheads="1"/>
          </p:cNvSpPr>
          <p:nvPr/>
        </p:nvSpPr>
        <p:spPr bwMode="auto">
          <a:xfrm>
            <a:off x="16783050" y="15532101"/>
            <a:ext cx="15774988" cy="1155700"/>
          </a:xfrm>
          <a:prstGeom prst="rect">
            <a:avLst/>
          </a:prstGeom>
          <a:solidFill>
            <a:schemeClr val="accent2"/>
          </a:solidFill>
          <a:ln w="9525">
            <a:noFill/>
            <a:miter lim="800000"/>
            <a:headEnd/>
            <a:tailEnd/>
          </a:ln>
        </p:spPr>
        <p:txBody>
          <a:bodyPr lIns="91388" tIns="45694" rIns="91388" bIns="45694" anchor="ctr"/>
          <a:lstStyle/>
          <a:p>
            <a:pPr algn="ctr" defTabSz="4020532" rtl="1" eaLnBrk="1" hangingPunct="1">
              <a:lnSpc>
                <a:spcPct val="110000"/>
              </a:lnSpc>
              <a:spcBef>
                <a:spcPct val="20000"/>
              </a:spcBef>
            </a:pPr>
            <a:r>
              <a:rPr lang="he-IL" altLang="en-US" sz="5300" b="1" dirty="0">
                <a:solidFill>
                  <a:schemeClr val="bg1"/>
                </a:solidFill>
                <a:latin typeface="Trebuchet MS" pitchFamily="34" charset="0"/>
                <a:cs typeface="Arial" pitchFamily="34" charset="0"/>
                <a:sym typeface="Trebuchet MS" pitchFamily="34" charset="0"/>
              </a:rPr>
              <a:t>פירוט שלבי הפיתוח</a:t>
            </a:r>
            <a:endParaRPr lang="en-GB" altLang="en-US" sz="5300" b="1" dirty="0">
              <a:solidFill>
                <a:schemeClr val="bg1"/>
              </a:solidFill>
              <a:latin typeface="Trebuchet MS" pitchFamily="34" charset="0"/>
              <a:ea typeface="Trebuchet MS" pitchFamily="34" charset="0"/>
              <a:cs typeface="Trebuchet MS" pitchFamily="34" charset="0"/>
              <a:sym typeface="Trebuchet MS" pitchFamily="34" charset="0"/>
            </a:endParaRPr>
          </a:p>
        </p:txBody>
      </p:sp>
      <p:sp>
        <p:nvSpPr>
          <p:cNvPr id="48" name="Text Box 96"/>
          <p:cNvSpPr txBox="1">
            <a:spLocks noChangeArrowheads="1"/>
          </p:cNvSpPr>
          <p:nvPr/>
        </p:nvSpPr>
        <p:spPr bwMode="auto">
          <a:xfrm>
            <a:off x="228600" y="25545450"/>
            <a:ext cx="15773400" cy="912552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lIns="91388" tIns="45694" rIns="91388" bIns="45694">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marL="0" indent="0" algn="ctr" rtl="1">
              <a:defRPr/>
            </a:pPr>
            <a:r>
              <a:rPr lang="he-IL" sz="4900" b="1" u="sng" dirty="0">
                <a:solidFill>
                  <a:srgbClr val="0070C0"/>
                </a:solidFill>
                <a:latin typeface="Arial" pitchFamily="34" charset="0"/>
                <a:cs typeface="Arial" pitchFamily="34" charset="0"/>
              </a:rPr>
              <a:t>התוצאה הטובה ביותר התקבלה באמצעות</a:t>
            </a:r>
            <a:r>
              <a:rPr lang="en-US" sz="4900" b="1" u="sng" dirty="0">
                <a:solidFill>
                  <a:srgbClr val="0070C0"/>
                </a:solidFill>
                <a:latin typeface="Arial" pitchFamily="34" charset="0"/>
                <a:cs typeface="Arial" pitchFamily="34" charset="0"/>
              </a:rPr>
              <a:t>SVM </a:t>
            </a:r>
            <a:endParaRPr lang="he-IL" sz="4900" b="1" u="sng" dirty="0">
              <a:solidFill>
                <a:srgbClr val="0070C0"/>
              </a:solidFill>
              <a:latin typeface="Arial" pitchFamily="34" charset="0"/>
              <a:cs typeface="Arial" pitchFamily="34" charset="0"/>
            </a:endParaRPr>
          </a:p>
          <a:p>
            <a:pPr marL="0" indent="0" algn="r" rtl="1">
              <a:defRPr/>
            </a:pPr>
            <a:r>
              <a:rPr lang="he-IL" sz="4900" b="1" dirty="0">
                <a:solidFill>
                  <a:srgbClr val="0070C0"/>
                </a:solidFill>
                <a:latin typeface="Arial" pitchFamily="34" charset="0"/>
                <a:cs typeface="Arial" pitchFamily="34" charset="0"/>
              </a:rPr>
              <a:t>באמצעות ההגדרות הבאות דיוק הסיווג הוא המקסימלי:</a:t>
            </a:r>
          </a:p>
          <a:p>
            <a:pPr marL="0" indent="0" algn="r" rtl="1">
              <a:defRPr/>
            </a:pPr>
            <a:endParaRPr lang="he-IL" sz="4900" b="1" dirty="0">
              <a:solidFill>
                <a:srgbClr val="0070C0"/>
              </a:solidFill>
              <a:latin typeface="Arial" pitchFamily="34" charset="0"/>
              <a:cs typeface="Arial" pitchFamily="34" charset="0"/>
            </a:endParaRPr>
          </a:p>
          <a:p>
            <a:pPr marL="0" indent="0" rtl="1">
              <a:defRPr/>
            </a:pPr>
            <a:r>
              <a:rPr lang="en-US" sz="4000" b="1" dirty="0">
                <a:solidFill>
                  <a:schemeClr val="bg2">
                    <a:lumMod val="50000"/>
                  </a:schemeClr>
                </a:solidFill>
                <a:latin typeface="Arial" pitchFamily="34" charset="0"/>
                <a:cs typeface="Arial" pitchFamily="34" charset="0"/>
              </a:rPr>
              <a:t>SVM</a:t>
            </a:r>
            <a:r>
              <a:rPr lang="he-IL" sz="4000" b="1" dirty="0">
                <a:solidFill>
                  <a:schemeClr val="bg2">
                    <a:lumMod val="50000"/>
                  </a:schemeClr>
                </a:solidFill>
                <a:latin typeface="Arial" pitchFamily="34" charset="0"/>
                <a:cs typeface="Arial" pitchFamily="34" charset="0"/>
              </a:rPr>
              <a:t> = 0.95%                                                     </a:t>
            </a:r>
            <a:r>
              <a:rPr lang="he-IL" sz="4000" b="1" dirty="0" smtClean="0">
                <a:solidFill>
                  <a:schemeClr val="bg2">
                    <a:lumMod val="50000"/>
                  </a:schemeClr>
                </a:solidFill>
                <a:latin typeface="Arial" pitchFamily="34" charset="0"/>
                <a:cs typeface="Arial" pitchFamily="34" charset="0"/>
              </a:rPr>
              <a:t>    59% </a:t>
            </a:r>
            <a:r>
              <a:rPr lang="en-US" sz="4000" b="1" dirty="0" smtClean="0">
                <a:solidFill>
                  <a:schemeClr val="bg2">
                    <a:lumMod val="50000"/>
                  </a:schemeClr>
                </a:solidFill>
                <a:latin typeface="Arial" pitchFamily="34" charset="0"/>
                <a:cs typeface="Arial" pitchFamily="34" charset="0"/>
              </a:rPr>
              <a:t> K-means</a:t>
            </a:r>
            <a:r>
              <a:rPr lang="en-US" sz="4000" b="1" dirty="0">
                <a:solidFill>
                  <a:schemeClr val="bg2">
                    <a:lumMod val="50000"/>
                  </a:schemeClr>
                </a:solidFill>
                <a:latin typeface="Arial" pitchFamily="34" charset="0"/>
                <a:cs typeface="Arial" pitchFamily="34" charset="0"/>
              </a:rPr>
              <a:t>= 0.</a:t>
            </a:r>
          </a:p>
          <a:p>
            <a:pPr marL="0" indent="0" algn="ctr" rtl="1">
              <a:defRPr/>
            </a:pPr>
            <a:r>
              <a:rPr lang="en-US" sz="4500" b="1" u="sng" dirty="0">
                <a:solidFill>
                  <a:srgbClr val="0070C0"/>
                </a:solidFill>
                <a:latin typeface="Arial" pitchFamily="34" charset="0"/>
                <a:cs typeface="Arial" pitchFamily="34" charset="0"/>
              </a:rPr>
              <a:t>SVM </a:t>
            </a:r>
            <a:r>
              <a:rPr lang="en-US" sz="4500" b="1" u="sng" dirty="0" smtClean="0">
                <a:solidFill>
                  <a:srgbClr val="0070C0"/>
                </a:solidFill>
                <a:latin typeface="Arial" pitchFamily="34" charset="0"/>
                <a:cs typeface="Arial" pitchFamily="34" charset="0"/>
              </a:rPr>
              <a:t>Parameter</a:t>
            </a:r>
            <a:endParaRPr lang="en-US" sz="4500" b="1" u="sng" dirty="0">
              <a:solidFill>
                <a:srgbClr val="0070C0"/>
              </a:solidFill>
              <a:latin typeface="Arial" pitchFamily="34" charset="0"/>
              <a:cs typeface="Arial" pitchFamily="34" charset="0"/>
            </a:endParaRPr>
          </a:p>
          <a:p>
            <a:pPr marL="0" indent="0" algn="ctr" rtl="1">
              <a:defRPr/>
            </a:pPr>
            <a:r>
              <a:rPr lang="en-US" sz="4500" dirty="0">
                <a:solidFill>
                  <a:schemeClr val="bg1"/>
                </a:solidFill>
                <a:latin typeface="Arial" pitchFamily="34" charset="0"/>
                <a:cs typeface="Arial" pitchFamily="34" charset="0"/>
              </a:rPr>
              <a:t>Kernel = ‘poly’  degree = 3 </a:t>
            </a:r>
          </a:p>
          <a:p>
            <a:pPr marL="0" indent="0" algn="ctr" rtl="1">
              <a:defRPr/>
            </a:pPr>
            <a:r>
              <a:rPr lang="en-US" sz="4500" dirty="0">
                <a:solidFill>
                  <a:schemeClr val="bg1"/>
                </a:solidFill>
                <a:latin typeface="Arial" pitchFamily="34" charset="0"/>
                <a:cs typeface="Arial" pitchFamily="34" charset="0"/>
              </a:rPr>
              <a:t>PCA Dimension = </a:t>
            </a:r>
            <a:r>
              <a:rPr lang="en-US" sz="4500" dirty="0" smtClean="0">
                <a:solidFill>
                  <a:schemeClr val="bg1"/>
                </a:solidFill>
                <a:latin typeface="Arial" pitchFamily="34" charset="0"/>
                <a:cs typeface="Arial" pitchFamily="34" charset="0"/>
              </a:rPr>
              <a:t>16</a:t>
            </a:r>
            <a:endParaRPr lang="en-US" sz="4500" b="1" u="sng" dirty="0">
              <a:solidFill>
                <a:srgbClr val="FF0000"/>
              </a:solidFill>
              <a:latin typeface="Arial" pitchFamily="34" charset="0"/>
              <a:cs typeface="Arial" pitchFamily="34" charset="0"/>
            </a:endParaRPr>
          </a:p>
          <a:p>
            <a:pPr marL="0" indent="0" algn="ctr" rtl="1">
              <a:defRPr/>
            </a:pPr>
            <a:r>
              <a:rPr lang="en-US" sz="4500" b="1" u="sng" dirty="0" smtClean="0">
                <a:solidFill>
                  <a:srgbClr val="0070C0"/>
                </a:solidFill>
                <a:latin typeface="Arial" pitchFamily="34" charset="0"/>
                <a:cs typeface="Arial" pitchFamily="34" charset="0"/>
              </a:rPr>
              <a:t>Parameters</a:t>
            </a:r>
            <a:r>
              <a:rPr lang="he-IL" sz="4500" b="1" u="sng" dirty="0" smtClean="0">
                <a:solidFill>
                  <a:srgbClr val="0070C0"/>
                </a:solidFill>
                <a:latin typeface="Arial" pitchFamily="34" charset="0"/>
                <a:cs typeface="Arial" pitchFamily="34" charset="0"/>
              </a:rPr>
              <a:t> </a:t>
            </a:r>
            <a:r>
              <a:rPr lang="en-US" sz="4500" b="1" u="sng" dirty="0">
                <a:solidFill>
                  <a:srgbClr val="0070C0"/>
                </a:solidFill>
                <a:latin typeface="Arial" pitchFamily="34" charset="0"/>
                <a:cs typeface="Arial" pitchFamily="34" charset="0"/>
              </a:rPr>
              <a:t>K-means</a:t>
            </a:r>
          </a:p>
          <a:p>
            <a:pPr marL="0" indent="0" algn="ctr" rtl="1">
              <a:defRPr/>
            </a:pPr>
            <a:r>
              <a:rPr lang="en-US" sz="4500" dirty="0" err="1">
                <a:solidFill>
                  <a:schemeClr val="bg1"/>
                </a:solidFill>
                <a:latin typeface="Arial" pitchFamily="34" charset="0"/>
                <a:cs typeface="Arial" pitchFamily="34" charset="0"/>
              </a:rPr>
              <a:t>Init</a:t>
            </a:r>
            <a:r>
              <a:rPr lang="en-US" sz="4500" dirty="0">
                <a:solidFill>
                  <a:schemeClr val="bg1"/>
                </a:solidFill>
                <a:latin typeface="Arial" pitchFamily="34" charset="0"/>
                <a:cs typeface="Arial" pitchFamily="34" charset="0"/>
              </a:rPr>
              <a:t> = </a:t>
            </a:r>
            <a:r>
              <a:rPr lang="en-US" sz="4500" dirty="0" err="1">
                <a:solidFill>
                  <a:schemeClr val="bg1"/>
                </a:solidFill>
                <a:latin typeface="Arial" pitchFamily="34" charset="0"/>
                <a:cs typeface="Arial" pitchFamily="34" charset="0"/>
              </a:rPr>
              <a:t>pca</a:t>
            </a:r>
            <a:r>
              <a:rPr lang="en-US" sz="4500" dirty="0">
                <a:solidFill>
                  <a:schemeClr val="bg1"/>
                </a:solidFill>
                <a:latin typeface="Arial" pitchFamily="34" charset="0"/>
                <a:cs typeface="Arial" pitchFamily="34" charset="0"/>
              </a:rPr>
              <a:t> components   </a:t>
            </a:r>
          </a:p>
          <a:p>
            <a:pPr marL="0" indent="0" algn="ctr" rtl="1">
              <a:defRPr/>
            </a:pPr>
            <a:r>
              <a:rPr lang="en-US" sz="4500" dirty="0">
                <a:solidFill>
                  <a:schemeClr val="bg1">
                    <a:lumMod val="65000"/>
                    <a:lumOff val="35000"/>
                  </a:schemeClr>
                </a:solidFill>
                <a:latin typeface="Arial" pitchFamily="34" charset="0"/>
                <a:cs typeface="Arial" pitchFamily="34" charset="0"/>
              </a:rPr>
              <a:t>Or</a:t>
            </a:r>
          </a:p>
          <a:p>
            <a:pPr marL="0" indent="0" algn="ctr" rtl="1">
              <a:defRPr/>
            </a:pPr>
            <a:r>
              <a:rPr lang="en-US" sz="4500" dirty="0">
                <a:solidFill>
                  <a:schemeClr val="bg1"/>
                </a:solidFill>
                <a:latin typeface="Arial" pitchFamily="34" charset="0"/>
                <a:cs typeface="Arial" pitchFamily="34" charset="0"/>
              </a:rPr>
              <a:t>PCA Dimension = 8 </a:t>
            </a:r>
          </a:p>
          <a:p>
            <a:pPr marL="0" indent="0" algn="ctr" rtl="1">
              <a:defRPr/>
            </a:pPr>
            <a:r>
              <a:rPr lang="en-US" sz="4500" dirty="0">
                <a:solidFill>
                  <a:schemeClr val="bg1"/>
                </a:solidFill>
                <a:latin typeface="Arial" pitchFamily="34" charset="0"/>
                <a:cs typeface="Arial" pitchFamily="34" charset="0"/>
              </a:rPr>
              <a:t>degree = 3  </a:t>
            </a:r>
            <a:r>
              <a:rPr lang="en-US" sz="4500" dirty="0" err="1">
                <a:solidFill>
                  <a:schemeClr val="bg1"/>
                </a:solidFill>
                <a:latin typeface="Arial" pitchFamily="34" charset="0"/>
                <a:cs typeface="Arial" pitchFamily="34" charset="0"/>
              </a:rPr>
              <a:t>Init</a:t>
            </a:r>
            <a:r>
              <a:rPr lang="en-US" sz="4500" dirty="0">
                <a:solidFill>
                  <a:schemeClr val="bg1"/>
                </a:solidFill>
                <a:latin typeface="Arial" pitchFamily="34" charset="0"/>
                <a:cs typeface="Arial" pitchFamily="34" charset="0"/>
              </a:rPr>
              <a:t> = random/K-means++</a:t>
            </a:r>
            <a:endParaRPr lang="he-IL" sz="4500" dirty="0">
              <a:solidFill>
                <a:schemeClr val="bg1"/>
              </a:solidFill>
              <a:latin typeface="Arial" pitchFamily="34" charset="0"/>
              <a:cs typeface="Arial" pitchFamily="34" charset="0"/>
            </a:endParaRPr>
          </a:p>
          <a:p>
            <a:pPr marL="0" indent="0" algn="ctr" rtl="1">
              <a:defRPr/>
            </a:pPr>
            <a:endParaRPr lang="en-US" sz="4000" dirty="0">
              <a:solidFill>
                <a:srgbClr val="FF0000"/>
              </a:solidFill>
              <a:latin typeface="Arial" pitchFamily="34" charset="0"/>
              <a:cs typeface="Arial" pitchFamily="34" charset="0"/>
            </a:endParaRPr>
          </a:p>
        </p:txBody>
      </p:sp>
      <p:sp>
        <p:nvSpPr>
          <p:cNvPr id="2062" name="Rectangle 30"/>
          <p:cNvSpPr>
            <a:spLocks noChangeArrowheads="1"/>
          </p:cNvSpPr>
          <p:nvPr/>
        </p:nvSpPr>
        <p:spPr bwMode="auto">
          <a:xfrm>
            <a:off x="198120" y="24142700"/>
            <a:ext cx="15774988" cy="1155700"/>
          </a:xfrm>
          <a:prstGeom prst="rect">
            <a:avLst/>
          </a:prstGeom>
          <a:solidFill>
            <a:schemeClr val="accent2"/>
          </a:solidFill>
          <a:ln w="9525">
            <a:noFill/>
            <a:miter lim="800000"/>
            <a:headEnd/>
            <a:tailEnd/>
          </a:ln>
        </p:spPr>
        <p:txBody>
          <a:bodyPr lIns="91388" tIns="45694" rIns="91388" bIns="45694" anchor="ctr"/>
          <a:lstStyle/>
          <a:p>
            <a:pPr algn="ctr" defTabSz="4020532"/>
            <a:r>
              <a:rPr lang="he-IL" altLang="en-US" sz="5300" b="1" dirty="0">
                <a:solidFill>
                  <a:schemeClr val="bg1"/>
                </a:solidFill>
                <a:cs typeface="Arial" pitchFamily="34" charset="0"/>
              </a:rPr>
              <a:t>תוצאות ומסקנות</a:t>
            </a:r>
            <a:endParaRPr lang="en-US" altLang="he-IL" sz="4900" b="1" dirty="0">
              <a:solidFill>
                <a:schemeClr val="bg1"/>
              </a:solidFill>
            </a:endParaRPr>
          </a:p>
        </p:txBody>
      </p:sp>
      <p:sp>
        <p:nvSpPr>
          <p:cNvPr id="32" name="Text Box 96"/>
          <p:cNvSpPr txBox="1">
            <a:spLocks noChangeArrowheads="1"/>
          </p:cNvSpPr>
          <p:nvPr/>
        </p:nvSpPr>
        <p:spPr bwMode="auto">
          <a:xfrm>
            <a:off x="577868" y="35611876"/>
            <a:ext cx="15015491" cy="144649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388" tIns="45694" rIns="91388" bIns="45694" anchor="ctr">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marL="0" indent="0" algn="ctr" rtl="1">
              <a:spcBef>
                <a:spcPts val="0"/>
              </a:spcBef>
              <a:buClr>
                <a:schemeClr val="dk1"/>
              </a:buClr>
              <a:buSzPct val="110000"/>
              <a:defRPr/>
            </a:pPr>
            <a:r>
              <a:rPr lang="he-IL" sz="4400" dirty="0">
                <a:solidFill>
                  <a:schemeClr val="bg1"/>
                </a:solidFill>
                <a:latin typeface="Arial" pitchFamily="34" charset="0"/>
                <a:cs typeface="Arial" pitchFamily="34" charset="0"/>
              </a:rPr>
              <a:t>קישור לקוד </a:t>
            </a:r>
            <a:r>
              <a:rPr lang="he-IL" sz="4400" dirty="0" smtClean="0">
                <a:solidFill>
                  <a:schemeClr val="bg1"/>
                </a:solidFill>
                <a:latin typeface="Arial" pitchFamily="34" charset="0"/>
                <a:cs typeface="Arial" pitchFamily="34" charset="0"/>
              </a:rPr>
              <a:t>המקור                                   </a:t>
            </a:r>
            <a:r>
              <a:rPr lang="en-US" sz="4400" dirty="0" smtClean="0">
                <a:solidFill>
                  <a:schemeClr val="bg1"/>
                </a:solidFill>
                <a:latin typeface="Arial" pitchFamily="34" charset="0"/>
                <a:cs typeface="Arial" pitchFamily="34" charset="0"/>
              </a:rPr>
              <a:t>https</a:t>
            </a:r>
            <a:r>
              <a:rPr lang="en-US" sz="4400" dirty="0">
                <a:solidFill>
                  <a:schemeClr val="bg1"/>
                </a:solidFill>
                <a:latin typeface="Arial" pitchFamily="34" charset="0"/>
                <a:cs typeface="Arial" pitchFamily="34" charset="0"/>
              </a:rPr>
              <a:t>://tinyurl.com/y4xozelx</a:t>
            </a:r>
            <a:endParaRPr lang="he-IL" sz="4400" dirty="0">
              <a:solidFill>
                <a:schemeClr val="bg1"/>
              </a:solidFill>
              <a:latin typeface="Arial" pitchFamily="34" charset="0"/>
              <a:cs typeface="Arial" pitchFamily="34" charset="0"/>
            </a:endParaRPr>
          </a:p>
        </p:txBody>
      </p:sp>
      <p:pic>
        <p:nvPicPr>
          <p:cNvPr id="3" name="Picture 2"/>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381000" y="5803902"/>
            <a:ext cx="7215190" cy="6769101"/>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25" name="Text Box 96"/>
          <p:cNvSpPr txBox="1">
            <a:spLocks noChangeArrowheads="1"/>
          </p:cNvSpPr>
          <p:nvPr/>
        </p:nvSpPr>
        <p:spPr bwMode="auto">
          <a:xfrm>
            <a:off x="16762414" y="11377430"/>
            <a:ext cx="15698786" cy="386254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square" lIns="91388" tIns="45694" rIns="91388" bIns="45694">
            <a:spAutoFit/>
          </a:bodyPr>
          <a:lstStyle>
            <a:lvl1pPr marL="457200" indent="-45720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r" rtl="1">
              <a:defRPr/>
            </a:pPr>
            <a:endParaRPr lang="en-US" sz="4900" dirty="0">
              <a:solidFill>
                <a:schemeClr val="bg1"/>
              </a:solidFill>
              <a:latin typeface="Arial" pitchFamily="34" charset="0"/>
              <a:cs typeface="Arial" pitchFamily="34" charset="0"/>
            </a:endParaRPr>
          </a:p>
          <a:p>
            <a:pPr algn="r" rtl="1">
              <a:defRPr/>
            </a:pPr>
            <a:r>
              <a:rPr lang="en-US" sz="4900" dirty="0">
                <a:solidFill>
                  <a:schemeClr val="bg1"/>
                </a:solidFill>
                <a:latin typeface="Arial" pitchFamily="34" charset="0"/>
                <a:cs typeface="Arial" pitchFamily="34" charset="0"/>
              </a:rPr>
              <a:t>MNIST</a:t>
            </a:r>
            <a:r>
              <a:rPr lang="he-IL" sz="4900" dirty="0">
                <a:solidFill>
                  <a:schemeClr val="bg1"/>
                </a:solidFill>
                <a:latin typeface="Arial" pitchFamily="34" charset="0"/>
                <a:cs typeface="Arial" pitchFamily="34" charset="0"/>
              </a:rPr>
              <a:t> הוא מאגר נתונים(</a:t>
            </a:r>
            <a:r>
              <a:rPr lang="en-US" sz="4900" dirty="0">
                <a:solidFill>
                  <a:schemeClr val="bg1"/>
                </a:solidFill>
                <a:latin typeface="Arial" pitchFamily="34" charset="0"/>
                <a:cs typeface="Arial" pitchFamily="34" charset="0"/>
              </a:rPr>
              <a:t>Database</a:t>
            </a:r>
            <a:r>
              <a:rPr lang="he-IL" sz="4900" dirty="0">
                <a:solidFill>
                  <a:schemeClr val="bg1"/>
                </a:solidFill>
                <a:latin typeface="Arial" pitchFamily="34" charset="0"/>
                <a:cs typeface="Arial" pitchFamily="34" charset="0"/>
              </a:rPr>
              <a:t>) הכולל 70,000 תמונות של 10 הספרות(9.....0,1,2) כתובות בכתב יד.כל תמונה מכילה 784 פיקסלים(28</a:t>
            </a:r>
            <a:r>
              <a:rPr lang="en-US" sz="4900" dirty="0">
                <a:solidFill>
                  <a:schemeClr val="bg1"/>
                </a:solidFill>
                <a:latin typeface="Arial" pitchFamily="34" charset="0"/>
                <a:cs typeface="Arial" pitchFamily="34" charset="0"/>
              </a:rPr>
              <a:t>X</a:t>
            </a:r>
            <a:r>
              <a:rPr lang="he-IL" sz="4900" dirty="0">
                <a:solidFill>
                  <a:schemeClr val="bg1"/>
                </a:solidFill>
                <a:latin typeface="Arial" pitchFamily="34" charset="0"/>
                <a:cs typeface="Arial" pitchFamily="34" charset="0"/>
              </a:rPr>
              <a:t>28), כלומר כל תמונה </a:t>
            </a:r>
            <a:r>
              <a:rPr lang="he-IL" sz="4900" dirty="0" smtClean="0">
                <a:solidFill>
                  <a:schemeClr val="bg1"/>
                </a:solidFill>
                <a:latin typeface="Arial" pitchFamily="34" charset="0"/>
                <a:cs typeface="Arial" pitchFamily="34" charset="0"/>
              </a:rPr>
              <a:t>היא במימד </a:t>
            </a:r>
            <a:r>
              <a:rPr lang="he-IL" sz="4900" dirty="0">
                <a:solidFill>
                  <a:schemeClr val="bg1"/>
                </a:solidFill>
                <a:latin typeface="Arial" pitchFamily="34" charset="0"/>
                <a:cs typeface="Arial" pitchFamily="34" charset="0"/>
              </a:rPr>
              <a:t>784, הדבר מקשה על החישוב וזיהוי המספר שמופיע בתמונה. </a:t>
            </a:r>
          </a:p>
        </p:txBody>
      </p:sp>
      <p:sp>
        <p:nvSpPr>
          <p:cNvPr id="26" name="Rectangle 30"/>
          <p:cNvSpPr>
            <a:spLocks noChangeArrowheads="1"/>
          </p:cNvSpPr>
          <p:nvPr/>
        </p:nvSpPr>
        <p:spPr bwMode="auto">
          <a:xfrm>
            <a:off x="16762415" y="10363200"/>
            <a:ext cx="15774988" cy="1155700"/>
          </a:xfrm>
          <a:prstGeom prst="rect">
            <a:avLst/>
          </a:prstGeom>
          <a:solidFill>
            <a:schemeClr val="accent2"/>
          </a:solidFill>
          <a:ln w="9525">
            <a:noFill/>
            <a:miter lim="800000"/>
            <a:headEnd/>
            <a:tailEnd/>
          </a:ln>
        </p:spPr>
        <p:txBody>
          <a:bodyPr lIns="91388" tIns="45694" rIns="91388" bIns="45694" anchor="ctr"/>
          <a:lstStyle/>
          <a:p>
            <a:pPr algn="ctr" defTabSz="4020532" rtl="1" eaLnBrk="1" hangingPunct="1">
              <a:lnSpc>
                <a:spcPct val="110000"/>
              </a:lnSpc>
              <a:spcBef>
                <a:spcPct val="20000"/>
              </a:spcBef>
            </a:pPr>
            <a:r>
              <a:rPr lang="he-IL" altLang="en-US" sz="5300" b="1" dirty="0">
                <a:solidFill>
                  <a:schemeClr val="bg1"/>
                </a:solidFill>
                <a:latin typeface="Trebuchet MS" pitchFamily="34" charset="0"/>
                <a:cs typeface="Arial" pitchFamily="34" charset="0"/>
                <a:sym typeface="Trebuchet MS" pitchFamily="34" charset="0"/>
              </a:rPr>
              <a:t>הסבר כללי על </a:t>
            </a:r>
            <a:r>
              <a:rPr lang="en-US" altLang="en-US" sz="5300" b="1" dirty="0">
                <a:solidFill>
                  <a:schemeClr val="bg1"/>
                </a:solidFill>
                <a:latin typeface="Trebuchet MS" pitchFamily="34" charset="0"/>
                <a:cs typeface="Arial" pitchFamily="34" charset="0"/>
                <a:sym typeface="Trebuchet MS" pitchFamily="34" charset="0"/>
              </a:rPr>
              <a:t>MNIST</a:t>
            </a:r>
            <a:endParaRPr lang="en-GB" altLang="en-US" sz="5300" b="1" dirty="0">
              <a:solidFill>
                <a:schemeClr val="bg1"/>
              </a:solidFill>
              <a:latin typeface="Trebuchet MS" pitchFamily="34" charset="0"/>
              <a:ea typeface="Trebuchet MS" pitchFamily="34" charset="0"/>
              <a:cs typeface="Trebuchet MS" pitchFamily="34" charset="0"/>
              <a:sym typeface="Trebuchet MS" pitchFamily="34" charset="0"/>
            </a:endParaRPr>
          </a:p>
        </p:txBody>
      </p:sp>
      <p:sp>
        <p:nvSpPr>
          <p:cNvPr id="4" name="Rounded Rectangle 3"/>
          <p:cNvSpPr/>
          <p:nvPr/>
        </p:nvSpPr>
        <p:spPr>
          <a:xfrm>
            <a:off x="704536" y="14391625"/>
            <a:ext cx="3257867" cy="1534176"/>
          </a:xfrm>
          <a:prstGeom prst="roundRect">
            <a:avLst/>
          </a:prstGeom>
          <a:solidFill>
            <a:srgbClr val="CC9900"/>
          </a:solidFill>
        </p:spPr>
        <p:style>
          <a:lnRef idx="3">
            <a:schemeClr val="lt1"/>
          </a:lnRef>
          <a:fillRef idx="1">
            <a:schemeClr val="dk1"/>
          </a:fillRef>
          <a:effectRef idx="1">
            <a:schemeClr val="dk1"/>
          </a:effectRef>
          <a:fontRef idx="minor">
            <a:schemeClr val="lt1"/>
          </a:fontRef>
        </p:style>
        <p:txBody>
          <a:bodyPr lIns="91415" tIns="45708" rIns="91415" bIns="45708" spcCol="0" rtlCol="1" anchor="ctr"/>
          <a:lstStyle/>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MNIST</a:t>
            </a:r>
            <a:endParaRPr lang="he-IL" sz="5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Right Arrow 4"/>
          <p:cNvSpPr/>
          <p:nvPr/>
        </p:nvSpPr>
        <p:spPr>
          <a:xfrm>
            <a:off x="3962401" y="14549114"/>
            <a:ext cx="2057400" cy="1066800"/>
          </a:xfrm>
          <a:prstGeom prst="rightArrow">
            <a:avLst/>
          </a:prstGeom>
        </p:spPr>
        <p:style>
          <a:lnRef idx="2">
            <a:schemeClr val="dk1"/>
          </a:lnRef>
          <a:fillRef idx="1">
            <a:schemeClr val="lt1"/>
          </a:fillRef>
          <a:effectRef idx="0">
            <a:schemeClr val="dk1"/>
          </a:effectRef>
          <a:fontRef idx="minor">
            <a:schemeClr val="dk1"/>
          </a:fontRef>
        </p:style>
        <p:txBody>
          <a:bodyPr lIns="91415" tIns="45708" rIns="91415" bIns="45708" spcCol="0" rtlCol="1" anchor="ctr"/>
          <a:lstStyle/>
          <a:p>
            <a:pPr algn="ctr"/>
            <a:endParaRPr lang="he-IL"/>
          </a:p>
        </p:txBody>
      </p:sp>
      <p:sp>
        <p:nvSpPr>
          <p:cNvPr id="29" name="Rounded Rectangle 28"/>
          <p:cNvSpPr/>
          <p:nvPr/>
        </p:nvSpPr>
        <p:spPr>
          <a:xfrm>
            <a:off x="5967257" y="14315426"/>
            <a:ext cx="3257867" cy="1534176"/>
          </a:xfrm>
          <a:prstGeom prst="roundRect">
            <a:avLst/>
          </a:prstGeom>
        </p:spPr>
        <p:style>
          <a:lnRef idx="3">
            <a:schemeClr val="lt1"/>
          </a:lnRef>
          <a:fillRef idx="1">
            <a:schemeClr val="dk1"/>
          </a:fillRef>
          <a:effectRef idx="1">
            <a:schemeClr val="dk1"/>
          </a:effectRef>
          <a:fontRef idx="minor">
            <a:schemeClr val="lt1"/>
          </a:fontRef>
        </p:style>
        <p:txBody>
          <a:bodyPr lIns="91415" tIns="45708" rIns="91415" bIns="45708" spcCol="0" rtlCol="1" anchor="ctr"/>
          <a:lstStyle/>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PCA</a:t>
            </a:r>
            <a:endParaRPr lang="he-IL" sz="5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1" name="Rounded Rectangle 30"/>
          <p:cNvSpPr/>
          <p:nvPr/>
        </p:nvSpPr>
        <p:spPr>
          <a:xfrm>
            <a:off x="11724638" y="14173177"/>
            <a:ext cx="4019868" cy="3631919"/>
          </a:xfrm>
          <a:prstGeom prst="roundRect">
            <a:avLst/>
          </a:prstGeom>
          <a:solidFill>
            <a:srgbClr val="0070C0"/>
          </a:solidFill>
        </p:spPr>
        <p:style>
          <a:lnRef idx="3">
            <a:schemeClr val="lt1"/>
          </a:lnRef>
          <a:fillRef idx="1">
            <a:schemeClr val="dk1"/>
          </a:fillRef>
          <a:effectRef idx="1">
            <a:schemeClr val="dk1"/>
          </a:effectRef>
          <a:fontRef idx="minor">
            <a:schemeClr val="lt1"/>
          </a:fontRef>
        </p:style>
        <p:txBody>
          <a:bodyPr lIns="91415" tIns="45708" rIns="91415" bIns="45708" spcCol="0" rtlCol="1" anchor="ctr"/>
          <a:lstStyle/>
          <a:p>
            <a:pPr algn="ctr"/>
            <a:endPar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SVM</a:t>
            </a:r>
          </a:p>
          <a:p>
            <a:pPr algn="ctr"/>
            <a:r>
              <a:rPr lang="en-US" sz="5300" dirty="0">
                <a:ln w="18415" cmpd="sng">
                  <a:solidFill>
                    <a:srgbClr val="FFFFFF"/>
                  </a:solidFill>
                  <a:prstDash val="solid"/>
                </a:ln>
                <a:solidFill>
                  <a:srgbClr val="FFFFFF"/>
                </a:solidFill>
                <a:effectLst>
                  <a:outerShdw blurRad="63500" dir="3600000" algn="tl" rotWithShape="0">
                    <a:srgbClr val="000000">
                      <a:alpha val="70000"/>
                    </a:srgbClr>
                  </a:outerShdw>
                </a:effectLst>
              </a:rPr>
              <a:t>+</a:t>
            </a:r>
            <a:endParaRPr lang="he-IL" sz="53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Cross</a:t>
            </a:r>
          </a:p>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Validation</a:t>
            </a:r>
          </a:p>
          <a:p>
            <a:pPr algn="ctr"/>
            <a:endPar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4" name="Rounded Rectangle 33"/>
          <p:cNvSpPr/>
          <p:nvPr/>
        </p:nvSpPr>
        <p:spPr>
          <a:xfrm>
            <a:off x="380999" y="17359138"/>
            <a:ext cx="4111834" cy="2757664"/>
          </a:xfrm>
          <a:prstGeom prst="roundRect">
            <a:avLst/>
          </a:prstGeom>
        </p:spPr>
        <p:style>
          <a:lnRef idx="3">
            <a:schemeClr val="lt1"/>
          </a:lnRef>
          <a:fillRef idx="1">
            <a:schemeClr val="dk1"/>
          </a:fillRef>
          <a:effectRef idx="1">
            <a:schemeClr val="dk1"/>
          </a:effectRef>
          <a:fontRef idx="minor">
            <a:schemeClr val="lt1"/>
          </a:fontRef>
        </p:style>
        <p:txBody>
          <a:bodyPr lIns="91415" tIns="45708" rIns="91415" bIns="45708" spcCol="0" rtlCol="1" anchor="ctr"/>
          <a:lstStyle/>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Train\Test </a:t>
            </a:r>
          </a:p>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Split</a:t>
            </a:r>
            <a:endParaRPr lang="he-IL" sz="5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5" name="Right Arrow 34"/>
          <p:cNvSpPr/>
          <p:nvPr/>
        </p:nvSpPr>
        <p:spPr>
          <a:xfrm>
            <a:off x="9225124" y="14625313"/>
            <a:ext cx="2499520" cy="1066800"/>
          </a:xfrm>
          <a:prstGeom prst="rightArrow">
            <a:avLst>
              <a:gd name="adj1" fmla="val 38598"/>
              <a:gd name="adj2" fmla="val 67142"/>
            </a:avLst>
          </a:prstGeom>
        </p:spPr>
        <p:style>
          <a:lnRef idx="2">
            <a:schemeClr val="dk1"/>
          </a:lnRef>
          <a:fillRef idx="1">
            <a:schemeClr val="lt1"/>
          </a:fillRef>
          <a:effectRef idx="0">
            <a:schemeClr val="dk1"/>
          </a:effectRef>
          <a:fontRef idx="minor">
            <a:schemeClr val="dk1"/>
          </a:fontRef>
        </p:style>
        <p:txBody>
          <a:bodyPr lIns="91415" tIns="45708" rIns="91415" bIns="45708" spcCol="0" rtlCol="1" anchor="ctr"/>
          <a:lstStyle/>
          <a:p>
            <a:pPr algn="ctr"/>
            <a:endParaRPr lang="he-IL"/>
          </a:p>
        </p:txBody>
      </p:sp>
      <p:sp>
        <p:nvSpPr>
          <p:cNvPr id="36" name="Right Arrow 35"/>
          <p:cNvSpPr/>
          <p:nvPr/>
        </p:nvSpPr>
        <p:spPr>
          <a:xfrm rot="5400000">
            <a:off x="1683828" y="16142729"/>
            <a:ext cx="1506176" cy="1066799"/>
          </a:xfrm>
          <a:prstGeom prst="rightArrow">
            <a:avLst/>
          </a:prstGeom>
        </p:spPr>
        <p:style>
          <a:lnRef idx="2">
            <a:schemeClr val="dk1"/>
          </a:lnRef>
          <a:fillRef idx="1">
            <a:schemeClr val="lt1"/>
          </a:fillRef>
          <a:effectRef idx="0">
            <a:schemeClr val="dk1"/>
          </a:effectRef>
          <a:fontRef idx="minor">
            <a:schemeClr val="dk1"/>
          </a:fontRef>
        </p:style>
        <p:txBody>
          <a:bodyPr lIns="91415" tIns="45708" rIns="91415" bIns="45708" spcCol="0" rtlCol="1" anchor="ctr"/>
          <a:lstStyle/>
          <a:p>
            <a:pPr algn="ctr"/>
            <a:endParaRPr lang="he-IL"/>
          </a:p>
        </p:txBody>
      </p:sp>
      <p:sp>
        <p:nvSpPr>
          <p:cNvPr id="37" name="Rounded Rectangle 36"/>
          <p:cNvSpPr/>
          <p:nvPr/>
        </p:nvSpPr>
        <p:spPr>
          <a:xfrm>
            <a:off x="807986" y="21717002"/>
            <a:ext cx="3257867" cy="1534176"/>
          </a:xfrm>
          <a:prstGeom prst="roundRect">
            <a:avLst/>
          </a:prstGeom>
        </p:spPr>
        <p:style>
          <a:lnRef idx="3">
            <a:schemeClr val="lt1"/>
          </a:lnRef>
          <a:fillRef idx="1">
            <a:schemeClr val="dk1"/>
          </a:fillRef>
          <a:effectRef idx="1">
            <a:schemeClr val="dk1"/>
          </a:effectRef>
          <a:fontRef idx="minor">
            <a:schemeClr val="lt1"/>
          </a:fontRef>
        </p:style>
        <p:txBody>
          <a:bodyPr lIns="91415" tIns="45708" rIns="91415" bIns="45708" spcCol="0" rtlCol="1" anchor="ctr"/>
          <a:lstStyle/>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PCA</a:t>
            </a:r>
            <a:endParaRPr lang="he-IL" sz="5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8" name="Right Arrow 37"/>
          <p:cNvSpPr/>
          <p:nvPr/>
        </p:nvSpPr>
        <p:spPr>
          <a:xfrm rot="5400000">
            <a:off x="1560423" y="20395184"/>
            <a:ext cx="1506176" cy="1066799"/>
          </a:xfrm>
          <a:prstGeom prst="rightArrow">
            <a:avLst/>
          </a:prstGeom>
        </p:spPr>
        <p:style>
          <a:lnRef idx="2">
            <a:schemeClr val="dk1"/>
          </a:lnRef>
          <a:fillRef idx="1">
            <a:schemeClr val="lt1"/>
          </a:fillRef>
          <a:effectRef idx="0">
            <a:schemeClr val="dk1"/>
          </a:effectRef>
          <a:fontRef idx="minor">
            <a:schemeClr val="dk1"/>
          </a:fontRef>
        </p:style>
        <p:txBody>
          <a:bodyPr lIns="91415" tIns="45708" rIns="91415" bIns="45708" spcCol="0" rtlCol="1" anchor="ctr"/>
          <a:lstStyle/>
          <a:p>
            <a:pPr algn="ctr"/>
            <a:endParaRPr lang="he-IL"/>
          </a:p>
        </p:txBody>
      </p:sp>
      <p:sp>
        <p:nvSpPr>
          <p:cNvPr id="39" name="Rounded Rectangle 38"/>
          <p:cNvSpPr/>
          <p:nvPr/>
        </p:nvSpPr>
        <p:spPr>
          <a:xfrm>
            <a:off x="7096540" y="21717004"/>
            <a:ext cx="3822307" cy="1828798"/>
          </a:xfrm>
          <a:prstGeom prst="roundRect">
            <a:avLst/>
          </a:prstGeom>
          <a:solidFill>
            <a:srgbClr val="0070C0"/>
          </a:solidFill>
        </p:spPr>
        <p:style>
          <a:lnRef idx="3">
            <a:schemeClr val="lt1"/>
          </a:lnRef>
          <a:fillRef idx="1">
            <a:schemeClr val="dk1"/>
          </a:fillRef>
          <a:effectRef idx="1">
            <a:schemeClr val="dk1"/>
          </a:effectRef>
          <a:fontRef idx="minor">
            <a:schemeClr val="lt1"/>
          </a:fontRef>
        </p:style>
        <p:txBody>
          <a:bodyPr lIns="91415" tIns="45708" rIns="91415" bIns="45708" spcCol="0" rtlCol="1" anchor="ctr"/>
          <a:lstStyle/>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K-means</a:t>
            </a:r>
            <a:endParaRPr lang="he-IL" sz="5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Right Arrow 39"/>
          <p:cNvSpPr/>
          <p:nvPr/>
        </p:nvSpPr>
        <p:spPr>
          <a:xfrm>
            <a:off x="4031529" y="21950690"/>
            <a:ext cx="3065011" cy="1066800"/>
          </a:xfrm>
          <a:prstGeom prst="rightArrow">
            <a:avLst/>
          </a:prstGeom>
        </p:spPr>
        <p:style>
          <a:lnRef idx="2">
            <a:schemeClr val="dk1"/>
          </a:lnRef>
          <a:fillRef idx="1">
            <a:schemeClr val="lt1"/>
          </a:fillRef>
          <a:effectRef idx="0">
            <a:schemeClr val="dk1"/>
          </a:effectRef>
          <a:fontRef idx="minor">
            <a:schemeClr val="dk1"/>
          </a:fontRef>
        </p:style>
        <p:txBody>
          <a:bodyPr lIns="91415" tIns="45708" rIns="91415" bIns="45708" spcCol="0" rtlCol="1" anchor="ctr"/>
          <a:lstStyle/>
          <a:p>
            <a:pPr algn="ctr"/>
            <a:endParaRPr lang="he-IL"/>
          </a:p>
        </p:txBody>
      </p:sp>
      <p:sp>
        <p:nvSpPr>
          <p:cNvPr id="41" name="Right Arrow 40"/>
          <p:cNvSpPr/>
          <p:nvPr/>
        </p:nvSpPr>
        <p:spPr>
          <a:xfrm rot="16200000">
            <a:off x="7979953" y="20485708"/>
            <a:ext cx="1347410" cy="1066799"/>
          </a:xfrm>
          <a:prstGeom prst="rightArrow">
            <a:avLst/>
          </a:prstGeom>
          <a:solidFill>
            <a:srgbClr val="00B0F0"/>
          </a:solidFill>
        </p:spPr>
        <p:style>
          <a:lnRef idx="2">
            <a:schemeClr val="dk1"/>
          </a:lnRef>
          <a:fillRef idx="1">
            <a:schemeClr val="lt1"/>
          </a:fillRef>
          <a:effectRef idx="0">
            <a:schemeClr val="dk1"/>
          </a:effectRef>
          <a:fontRef idx="minor">
            <a:schemeClr val="dk1"/>
          </a:fontRef>
        </p:style>
        <p:txBody>
          <a:bodyPr lIns="91415" tIns="45708" rIns="91415" bIns="45708" spcCol="0" rtlCol="1" anchor="ctr"/>
          <a:lstStyle/>
          <a:p>
            <a:pPr algn="ctr"/>
            <a:endParaRPr lang="he-IL"/>
          </a:p>
        </p:txBody>
      </p:sp>
      <p:sp>
        <p:nvSpPr>
          <p:cNvPr id="43" name="Rounded Rectangle 42"/>
          <p:cNvSpPr/>
          <p:nvPr/>
        </p:nvSpPr>
        <p:spPr>
          <a:xfrm>
            <a:off x="6078157" y="17071807"/>
            <a:ext cx="4257166" cy="3332325"/>
          </a:xfrm>
          <a:prstGeom prst="roundRect">
            <a:avLst/>
          </a:prstGeom>
          <a:solidFill>
            <a:srgbClr val="92D050"/>
          </a:solidFill>
        </p:spPr>
        <p:style>
          <a:lnRef idx="3">
            <a:schemeClr val="lt1"/>
          </a:lnRef>
          <a:fillRef idx="1">
            <a:schemeClr val="dk1"/>
          </a:fillRef>
          <a:effectRef idx="1">
            <a:schemeClr val="dk1"/>
          </a:effectRef>
          <a:fontRef idx="minor">
            <a:schemeClr val="lt1"/>
          </a:fontRef>
        </p:style>
        <p:txBody>
          <a:bodyPr lIns="91415" tIns="45708" rIns="91415" bIns="45708" spcCol="0" rtlCol="1" anchor="ctr"/>
          <a:lstStyle/>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Classifier</a:t>
            </a:r>
            <a:endParaRPr lang="he-IL" sz="5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4" name="Right Arrow 43"/>
          <p:cNvSpPr/>
          <p:nvPr/>
        </p:nvSpPr>
        <p:spPr>
          <a:xfrm rot="9601048">
            <a:off x="10270231" y="16836114"/>
            <a:ext cx="1549742" cy="1066800"/>
          </a:xfrm>
          <a:prstGeom prst="rightArrow">
            <a:avLst/>
          </a:prstGeom>
          <a:solidFill>
            <a:srgbClr val="00B0F0"/>
          </a:solidFill>
        </p:spPr>
        <p:style>
          <a:lnRef idx="2">
            <a:schemeClr val="dk1"/>
          </a:lnRef>
          <a:fillRef idx="1">
            <a:schemeClr val="lt1"/>
          </a:fillRef>
          <a:effectRef idx="0">
            <a:schemeClr val="dk1"/>
          </a:effectRef>
          <a:fontRef idx="minor">
            <a:schemeClr val="dk1"/>
          </a:fontRef>
        </p:style>
        <p:txBody>
          <a:bodyPr lIns="91415" tIns="45708" rIns="91415" bIns="45708" spcCol="0" rtlCol="1" anchor="ctr"/>
          <a:lstStyle/>
          <a:p>
            <a:pPr algn="ctr"/>
            <a:endParaRPr lang="he-IL"/>
          </a:p>
        </p:txBody>
      </p:sp>
      <p:sp>
        <p:nvSpPr>
          <p:cNvPr id="45" name="Rounded Rectangle 44"/>
          <p:cNvSpPr/>
          <p:nvPr/>
        </p:nvSpPr>
        <p:spPr>
          <a:xfrm>
            <a:off x="11633681" y="19598958"/>
            <a:ext cx="4019868" cy="2798925"/>
          </a:xfrm>
          <a:prstGeom prst="roundRect">
            <a:avLst/>
          </a:prstGeom>
          <a:solidFill>
            <a:srgbClr val="00B050"/>
          </a:solidFill>
        </p:spPr>
        <p:style>
          <a:lnRef idx="3">
            <a:schemeClr val="lt1"/>
          </a:lnRef>
          <a:fillRef idx="1">
            <a:schemeClr val="dk1"/>
          </a:fillRef>
          <a:effectRef idx="1">
            <a:schemeClr val="dk1"/>
          </a:effectRef>
          <a:fontRef idx="minor">
            <a:schemeClr val="lt1"/>
          </a:fontRef>
        </p:style>
        <p:txBody>
          <a:bodyPr lIns="91415" tIns="45708" rIns="91415" bIns="45708" spcCol="0" rtlCol="1" anchor="ctr"/>
          <a:lstStyle/>
          <a:p>
            <a:pPr algn="ctr"/>
            <a:r>
              <a:rPr lang="en-US" sz="5800" dirty="0">
                <a:ln w="18415" cmpd="sng">
                  <a:solidFill>
                    <a:srgbClr val="FFFFFF"/>
                  </a:solidFill>
                  <a:prstDash val="solid"/>
                </a:ln>
                <a:solidFill>
                  <a:srgbClr val="FFFFFF"/>
                </a:solidFill>
                <a:effectLst>
                  <a:outerShdw blurRad="63500" dir="3600000" algn="tl" rotWithShape="0">
                    <a:srgbClr val="000000">
                      <a:alpha val="70000"/>
                    </a:srgbClr>
                  </a:outerShdw>
                </a:effectLst>
              </a:rPr>
              <a:t>Accuracy</a:t>
            </a:r>
            <a:endParaRPr lang="he-IL" sz="5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7" name="Right Arrow 46"/>
          <p:cNvSpPr/>
          <p:nvPr/>
        </p:nvSpPr>
        <p:spPr>
          <a:xfrm rot="537897">
            <a:off x="10343910" y="19310273"/>
            <a:ext cx="1347412" cy="1066800"/>
          </a:xfrm>
          <a:prstGeom prst="rightArrow">
            <a:avLst/>
          </a:prstGeom>
          <a:solidFill>
            <a:srgbClr val="92D050"/>
          </a:solidFill>
        </p:spPr>
        <p:style>
          <a:lnRef idx="2">
            <a:schemeClr val="dk1"/>
          </a:lnRef>
          <a:fillRef idx="1">
            <a:schemeClr val="lt1"/>
          </a:fillRef>
          <a:effectRef idx="0">
            <a:schemeClr val="dk1"/>
          </a:effectRef>
          <a:fontRef idx="minor">
            <a:schemeClr val="dk1"/>
          </a:fontRef>
        </p:style>
        <p:txBody>
          <a:bodyPr lIns="91415" tIns="45708" rIns="91415" bIns="45708" spcCol="0" rtlCol="1" anchor="ctr"/>
          <a:lstStyle/>
          <a:p>
            <a:pPr algn="ctr"/>
            <a:endParaRPr lang="he-IL"/>
          </a:p>
        </p:txBody>
      </p:sp>
      <p:pic>
        <p:nvPicPr>
          <p:cNvPr id="14" name="Picture 13"/>
          <p:cNvPicPr>
            <a:picLocks noChangeAspect="1"/>
          </p:cNvPicPr>
          <p:nvPr/>
        </p:nvPicPr>
        <p:blipFill rotWithShape="1">
          <a:blip r:embed="rId7">
            <a:extLst>
              <a:ext uri="{28A0092B-C50C-407E-A947-70E740481C1C}">
                <a14:useLocalDpi xmlns:a14="http://schemas.microsoft.com/office/drawing/2010/main" val="0"/>
              </a:ext>
            </a:extLst>
          </a:blip>
          <a:srcRect t="5047" r="913"/>
          <a:stretch/>
        </p:blipFill>
        <p:spPr>
          <a:xfrm>
            <a:off x="7772400" y="5803903"/>
            <a:ext cx="8270238" cy="6797038"/>
          </a:xfrm>
          <a:prstGeom prst="round2DiagRect">
            <a:avLst>
              <a:gd name="adj1" fmla="val 16667"/>
              <a:gd name="adj2" fmla="val 0"/>
            </a:avLst>
          </a:prstGeom>
          <a:ln w="76200" cap="sq">
            <a:solidFill>
              <a:srgbClr val="FFFFFF"/>
            </a:solidFill>
            <a:miter lim="800000"/>
          </a:ln>
          <a:effectLst>
            <a:outerShdw blurRad="254000" algn="tl" rotWithShape="0">
              <a:srgbClr val="000000">
                <a:alpha val="43000"/>
              </a:srgbClr>
            </a:outerShdw>
          </a:effectLst>
        </p:spPr>
      </p:pic>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ckTie">
  <a:themeElements>
    <a:clrScheme name="BlackTie">
      <a:dk1>
        <a:srgbClr val="000000"/>
      </a:dk1>
      <a:lt1>
        <a:srgbClr val="FFFFFF"/>
      </a:lt1>
      <a:dk2>
        <a:srgbClr val="46464A"/>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lackTie">
      <a:fillStyleLst>
        <a:solidFill>
          <a:schemeClr val="phClr"/>
        </a:solidFill>
        <a:gradFill rotWithShape="1">
          <a:gsLst>
            <a:gs pos="0">
              <a:schemeClr val="phClr">
                <a:tint val="45000"/>
                <a:satMod val="220000"/>
              </a:schemeClr>
            </a:gs>
            <a:gs pos="30000">
              <a:schemeClr val="phClr">
                <a:tint val="61000"/>
                <a:satMod val="220000"/>
              </a:schemeClr>
            </a:gs>
            <a:gs pos="45000">
              <a:schemeClr val="phClr">
                <a:tint val="66000"/>
                <a:satMod val="240000"/>
              </a:schemeClr>
            </a:gs>
            <a:gs pos="55000">
              <a:schemeClr val="phClr">
                <a:tint val="66000"/>
                <a:satMod val="220000"/>
              </a:schemeClr>
            </a:gs>
            <a:gs pos="73000">
              <a:schemeClr val="phClr">
                <a:tint val="61000"/>
                <a:satMod val="220000"/>
              </a:schemeClr>
            </a:gs>
            <a:gs pos="100000">
              <a:schemeClr val="phClr">
                <a:tint val="45000"/>
                <a:satMod val="220000"/>
              </a:schemeClr>
            </a:gs>
          </a:gsLst>
          <a:lin ang="950000" scaled="1"/>
        </a:gradFill>
        <a:gradFill rotWithShape="1">
          <a:gsLst>
            <a:gs pos="0">
              <a:schemeClr val="phClr">
                <a:shade val="63000"/>
                <a:satMod val="110000"/>
              </a:schemeClr>
            </a:gs>
            <a:gs pos="30000">
              <a:schemeClr val="phClr">
                <a:shade val="90000"/>
                <a:satMod val="120000"/>
              </a:schemeClr>
            </a:gs>
            <a:gs pos="45000">
              <a:schemeClr val="phClr">
                <a:shade val="100000"/>
                <a:satMod val="128000"/>
              </a:schemeClr>
            </a:gs>
            <a:gs pos="55000">
              <a:schemeClr val="phClr">
                <a:shade val="100000"/>
                <a:satMod val="128000"/>
              </a:schemeClr>
            </a:gs>
            <a:gs pos="73000">
              <a:schemeClr val="phClr">
                <a:shade val="90000"/>
                <a:satMod val="120000"/>
              </a:schemeClr>
            </a:gs>
            <a:gs pos="100000">
              <a:schemeClr val="phClr">
                <a:shade val="63000"/>
                <a:satMod val="110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7150" dist="38100" dir="5400000" algn="br" rotWithShape="0">
              <a:srgbClr val="000000">
                <a:alpha val="57000"/>
              </a:srgbClr>
            </a:outerShdw>
          </a:effectLst>
          <a:scene3d>
            <a:camera prst="orthographicFront">
              <a:rot lat="0" lon="0" rev="0"/>
            </a:camera>
            <a:lightRig rig="twoPt" dir="t">
              <a:rot lat="0" lon="0" rev="1800000"/>
            </a:lightRig>
          </a:scene3d>
          <a:sp3d>
            <a:bevelT w="44450" h="31750" prst="coolSlant"/>
          </a:sp3d>
        </a:effectStyle>
      </a:effectStyleLst>
      <a:bgFillStyleLst>
        <a:solidFill>
          <a:schemeClr val="phClr"/>
        </a:solidFill>
        <a:blipFill rotWithShape="1">
          <a:blip xmlns:r="http://schemas.openxmlformats.org/officeDocument/2006/relationships" r:embed="rId1">
            <a:duotone>
              <a:schemeClr val="phClr">
                <a:tint val="95000"/>
              </a:schemeClr>
              <a:schemeClr val="phClr">
                <a:shade val="20000"/>
              </a:schemeClr>
            </a:duotone>
          </a:blip>
          <a:stretch/>
        </a:blipFill>
        <a:gradFill rotWithShape="1">
          <a:gsLst>
            <a:gs pos="0">
              <a:schemeClr val="phClr">
                <a:tint val="40000"/>
                <a:satMod val="350000"/>
              </a:schemeClr>
            </a:gs>
            <a:gs pos="40000">
              <a:schemeClr val="phClr">
                <a:tint val="45000"/>
                <a:shade val="99000"/>
                <a:satMod val="350000"/>
              </a:schemeClr>
            </a:gs>
            <a:gs pos="100000">
              <a:schemeClr val="phClr">
                <a:shade val="30000"/>
                <a:satMod val="255000"/>
              </a:schemeClr>
            </a:gs>
          </a:gsLst>
          <a:path path="circle">
            <a:fillToRect l="50000" t="-80000" r="50000" b="18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9134</TotalTime>
  <Words>215</Words>
  <Application>Microsoft Office PowerPoint</Application>
  <PresentationFormat>Custom</PresentationFormat>
  <Paragraphs>61</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BlackTie</vt:lpstr>
      <vt:lpstr>PowerPoint Presentation</vt:lpstr>
    </vt:vector>
  </TitlesOfParts>
  <Company>Rice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Jeanine Skorinko</dc:creator>
  <cp:lastModifiedBy>rami nuraliyav</cp:lastModifiedBy>
  <cp:revision>685</cp:revision>
  <cp:lastPrinted>2003-01-29T20:12:30Z</cp:lastPrinted>
  <dcterms:created xsi:type="dcterms:W3CDTF">2002-05-28T03:58:14Z</dcterms:created>
  <dcterms:modified xsi:type="dcterms:W3CDTF">2019-03-07T10:49:39Z</dcterms:modified>
</cp:coreProperties>
</file>